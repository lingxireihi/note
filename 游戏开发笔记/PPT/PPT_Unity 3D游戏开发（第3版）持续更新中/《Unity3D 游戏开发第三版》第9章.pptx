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14"/>
  </p:normalViewPr>
  <p:slideViewPr>
    <p:cSldViewPr snapToGrid="0">
      <p:cViewPr varScale="1">
        <p:scale>
          <a:sx n="115" d="100"/>
          <a:sy n="115" d="100"/>
        </p:scale>
        <p:origin x="10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6B3F00-319C-BCC1-6A7D-5385FCFE39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CF60DAC-6B46-8124-F752-3F3C7ABD00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98DD5B-F41E-B74C-89AE-B1AEE0DC1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50AED-992B-F64E-84C4-26D06EACA257}" type="datetimeFigureOut">
              <a:rPr kumimoji="1" lang="zh-CN" altLang="en-US" smtClean="0"/>
              <a:t>2024/5/19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082C89-DE71-8F3D-5E25-5816C3FBA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1B4EDB-1524-A471-70DC-4ECE775AC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2B3A0-BBC8-EC44-83FD-EA7A3EE695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20536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6A9DEC-B6EC-D0EF-946A-6EA632EAA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C94224-595B-07BD-2B42-31632A31BE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F0ED4F-AEAD-F527-474B-DCA1048C4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50AED-992B-F64E-84C4-26D06EACA257}" type="datetimeFigureOut">
              <a:rPr kumimoji="1" lang="zh-CN" altLang="en-US" smtClean="0"/>
              <a:t>2024/5/19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D3A68D-8993-A241-6CED-E97BD88AA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DBAF2D-B96C-2A15-FE01-04C2F8E0C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2B3A0-BBC8-EC44-83FD-EA7A3EE695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75506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FFD604-4F98-6EC9-5225-7CAB6D701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96CB46-9FC5-3F39-3D20-DC1CFC860A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15454C-A68D-AD44-E8C1-E96509A70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50AED-992B-F64E-84C4-26D06EACA257}" type="datetimeFigureOut">
              <a:rPr kumimoji="1" lang="zh-CN" altLang="en-US" smtClean="0"/>
              <a:t>2024/5/19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65B63B-7011-5249-BA10-CEF155D55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B555AD-ED4D-44A1-12EB-3C2F3CE5B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2B3A0-BBC8-EC44-83FD-EA7A3EE695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20912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D3DAD3-5F9E-B1BC-C07B-F6F8BA4A3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48E2C8-F090-851C-7E5F-C0433C18D7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226E53F-6035-5FA2-3C68-3D4F7887D7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15ECAC-596D-0255-ED3E-18B491B79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50AED-992B-F64E-84C4-26D06EACA257}" type="datetimeFigureOut">
              <a:rPr kumimoji="1" lang="zh-CN" altLang="en-US" smtClean="0"/>
              <a:t>2024/5/19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F1075AE-2979-D546-4AAE-0A9411C99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9C2898-1949-940A-2813-0C038E524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2B3A0-BBC8-EC44-83FD-EA7A3EE695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55840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8075C4-F0BA-0850-3489-237CA56E7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4780F2-E8D8-A71F-684B-B6D5393287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7A9ADA4-D749-530E-CCF7-A9B31DDC96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8C61093-2A76-6BB6-1D3A-BF8951BDF6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D767C64-6D1D-ADA8-51AD-2FC247BB4F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238DFE1-069A-F27C-7B1C-F79E8B876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50AED-992B-F64E-84C4-26D06EACA257}" type="datetimeFigureOut">
              <a:rPr kumimoji="1" lang="zh-CN" altLang="en-US" smtClean="0"/>
              <a:t>2024/5/19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DC37202-88DE-5D3D-6AE3-E672CC1EE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64A9D6A-20D9-F9D4-1B7F-327BE90C0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2B3A0-BBC8-EC44-83FD-EA7A3EE695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60857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5AF1C4-C945-07CD-8D3B-69356EDC3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7C18D8A-4B74-681C-0145-46B540DCB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50AED-992B-F64E-84C4-26D06EACA257}" type="datetimeFigureOut">
              <a:rPr kumimoji="1" lang="zh-CN" altLang="en-US" smtClean="0"/>
              <a:t>2024/5/19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A56186B-2D37-346A-FB47-6CB05F1A9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31E1958-2C91-A901-9987-D46C574B9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2B3A0-BBC8-EC44-83FD-EA7A3EE695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300425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A9FB2CD-09DB-843D-42C5-465BBE738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50AED-992B-F64E-84C4-26D06EACA257}" type="datetimeFigureOut">
              <a:rPr kumimoji="1" lang="zh-CN" altLang="en-US" smtClean="0"/>
              <a:t>2024/5/19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355F84E-2F26-AA68-B172-5673CFDD6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32780E-C651-1450-F77D-A21CE0BFE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2B3A0-BBC8-EC44-83FD-EA7A3EE695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50384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3D9659-CB08-7486-5C85-D8DF35984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D861CB-DA0E-B483-E6BD-77E178030E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AA9C534-8F51-7B49-24E3-45B722CCD3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88C9E3E-0756-DCA0-D39D-B7000A31B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50AED-992B-F64E-84C4-26D06EACA257}" type="datetimeFigureOut">
              <a:rPr kumimoji="1" lang="zh-CN" altLang="en-US" smtClean="0"/>
              <a:t>2024/5/19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F21BA3-2EA4-29D0-32F7-4BE45AED9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30D3E4-4F76-1B17-F5CC-CBF93B476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2B3A0-BBC8-EC44-83FD-EA7A3EE695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49570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5E2246-EDED-748A-F835-F741CEFA1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6CA22A3-30E8-B1A2-17A5-B497BCF3FD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A25052E-2A1E-964D-C2CB-27CA4BEB88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0F610D4-7EA6-3B0F-967E-74FAD9C1A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50AED-992B-F64E-84C4-26D06EACA257}" type="datetimeFigureOut">
              <a:rPr kumimoji="1" lang="zh-CN" altLang="en-US" smtClean="0"/>
              <a:t>2024/5/19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A18665F-1E68-37E3-0FB0-143A254B0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D3540A-557F-257E-4435-5C1FC3812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2B3A0-BBC8-EC44-83FD-EA7A3EE695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70374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A6B37D-34CB-105D-2519-87DB0B567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7B2B46E-9251-D733-C78C-B4A9016116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017FED-1D26-A5C5-3B22-833BCD5A2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50AED-992B-F64E-84C4-26D06EACA257}" type="datetimeFigureOut">
              <a:rPr kumimoji="1" lang="zh-CN" altLang="en-US" smtClean="0"/>
              <a:t>2024/5/19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BF2FC0-2A2E-7EAE-D244-A2413E27F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DDA6F7-8D21-DB77-5884-994BCD79A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2B3A0-BBC8-EC44-83FD-EA7A3EE695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88232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BBA513F-5B8D-7441-4DBB-09B60DDA88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5298AE5-9407-79CA-84EF-133CD5D58B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00E113-B1F5-FAC5-9AA9-F6D5F072D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50AED-992B-F64E-84C4-26D06EACA257}" type="datetimeFigureOut">
              <a:rPr kumimoji="1" lang="zh-CN" altLang="en-US" smtClean="0"/>
              <a:t>2024/5/19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F342EE-7DFF-07F4-B958-3C7B41A83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B8D000-7677-7C82-F465-6FBFA7B68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2B3A0-BBC8-EC44-83FD-EA7A3EE695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65767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31A1DEE-9F8A-0C37-7CED-EBE0A549A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461DEA-141F-46FD-78F6-EC5EA0830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B36969-E71D-C28D-F363-A186E6C9CF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E50AED-992B-F64E-84C4-26D06EACA257}" type="datetimeFigureOut">
              <a:rPr kumimoji="1" lang="zh-CN" altLang="en-US" smtClean="0"/>
              <a:t>2024/5/19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5387A3-C701-43C5-0D62-D6581D4D27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29A2F9-8ED9-B876-5068-D3300893F9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2B3A0-BBC8-EC44-83FD-EA7A3EE6955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5324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650EA1-3F84-3538-0727-BB7844DD23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/>
              <a:t>Unity3D</a:t>
            </a:r>
            <a:r>
              <a:rPr kumimoji="1" lang="zh-CN" altLang="en-US" dirty="0"/>
              <a:t>游戏开发第三版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7730F6F-D715-BEF8-13F8-1138FD0D30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zh-CN" altLang="en-US" dirty="0"/>
              <a:t>第九章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43357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3BDB9E-0815-7FA1-D601-8B474127D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第</a:t>
            </a:r>
            <a:r>
              <a:rPr kumimoji="1" lang="en-US" altLang="zh-CN" dirty="0"/>
              <a:t>9</a:t>
            </a:r>
            <a:r>
              <a:rPr kumimoji="1" lang="zh-CN" altLang="en-US" dirty="0"/>
              <a:t>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47D4DE-B168-93E3-425F-C08164FABD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9.1</a:t>
            </a:r>
            <a:r>
              <a:rPr kumimoji="1" lang="zh-CN" altLang="en-US" dirty="0"/>
              <a:t> </a:t>
            </a:r>
            <a:r>
              <a:rPr kumimoji="1" lang="en-US" altLang="zh-CN" dirty="0"/>
              <a:t>Excel</a:t>
            </a:r>
          </a:p>
          <a:p>
            <a:r>
              <a:rPr kumimoji="1" lang="en-US" altLang="zh-CN" dirty="0"/>
              <a:t>9.2 SQLite</a:t>
            </a:r>
          </a:p>
          <a:p>
            <a:r>
              <a:rPr kumimoji="1" lang="en-US" altLang="zh-CN" dirty="0"/>
              <a:t>9.3 JSON</a:t>
            </a:r>
          </a:p>
          <a:p>
            <a:r>
              <a:rPr kumimoji="1" lang="en-US" altLang="zh-CN" dirty="0"/>
              <a:t>9.4 </a:t>
            </a:r>
            <a:r>
              <a:rPr kumimoji="1" lang="zh-CN" altLang="en-US" dirty="0"/>
              <a:t>文件读取与写入</a:t>
            </a:r>
            <a:endParaRPr kumimoji="1" lang="en-US" altLang="zh-CN" dirty="0"/>
          </a:p>
          <a:p>
            <a:r>
              <a:rPr kumimoji="1" lang="en-US" altLang="zh-CN" dirty="0"/>
              <a:t>9.5 XML</a:t>
            </a:r>
          </a:p>
          <a:p>
            <a:r>
              <a:rPr kumimoji="1" lang="en-US" altLang="zh-CN" dirty="0"/>
              <a:t>9.6 YAML</a:t>
            </a:r>
          </a:p>
          <a:p>
            <a:r>
              <a:rPr kumimoji="1" lang="en-US" altLang="zh-CN" dirty="0"/>
              <a:t>9.7 </a:t>
            </a:r>
            <a:r>
              <a:rPr kumimoji="1" lang="zh-CN" altLang="en-US" dirty="0"/>
              <a:t>生成代码</a:t>
            </a:r>
          </a:p>
        </p:txBody>
      </p:sp>
    </p:spTree>
    <p:extLst>
      <p:ext uri="{BB962C8B-B14F-4D97-AF65-F5344CB8AC3E}">
        <p14:creationId xmlns:p14="http://schemas.microsoft.com/office/powerpoint/2010/main" val="2414821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124B81-F61D-B019-A95E-FF66AD308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9.1</a:t>
            </a:r>
            <a:r>
              <a:rPr kumimoji="1" lang="zh-CN" altLang="en-US" dirty="0"/>
              <a:t> </a:t>
            </a:r>
            <a:r>
              <a:rPr kumimoji="1" lang="en-US" altLang="zh-CN" dirty="0"/>
              <a:t>Excel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00A7A3-B562-88F7-3B31-2EA0F661D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策划将游戏数据配置在表格中</a:t>
            </a:r>
            <a:endParaRPr kumimoji="1" lang="en-US" altLang="zh-CN" dirty="0"/>
          </a:p>
          <a:p>
            <a:r>
              <a:rPr kumimoji="1" lang="zh-CN" altLang="en-US" dirty="0"/>
              <a:t>程序通过主键</a:t>
            </a:r>
            <a:r>
              <a:rPr kumimoji="1" lang="en-US" altLang="zh-CN" dirty="0"/>
              <a:t>ID</a:t>
            </a:r>
            <a:r>
              <a:rPr kumimoji="1" lang="zh-CN" altLang="en-US" dirty="0"/>
              <a:t>来查询数据</a:t>
            </a:r>
            <a:endParaRPr kumimoji="1" lang="en-US" altLang="zh-CN" dirty="0"/>
          </a:p>
          <a:p>
            <a:r>
              <a:rPr kumimoji="1" lang="zh-CN" altLang="en-US" dirty="0"/>
              <a:t>方便使用，可以通过生成代码的方式。</a:t>
            </a:r>
            <a:endParaRPr kumimoji="1" lang="en-US" altLang="zh-CN" dirty="0"/>
          </a:p>
          <a:p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4C1D4F7-1EC6-9CF5-699F-AF4DCA1EB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651" y="3902910"/>
            <a:ext cx="3684270" cy="1728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723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298DB7-C236-E63B-30F1-8388A5407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9.1.1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EPPlus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DD9C30-FA1B-D3D3-3CBC-D463E428C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87370"/>
          </a:xfrm>
        </p:spPr>
        <p:txBody>
          <a:bodyPr/>
          <a:lstStyle/>
          <a:p>
            <a:r>
              <a:rPr kumimoji="1" lang="zh-CN" altLang="en-US" dirty="0"/>
              <a:t>编辑器模式下读取</a:t>
            </a:r>
            <a:r>
              <a:rPr kumimoji="1" lang="en-US" altLang="zh-CN" dirty="0"/>
              <a:t>Excel</a:t>
            </a:r>
          </a:p>
          <a:p>
            <a:r>
              <a:rPr kumimoji="1" lang="zh-CN" altLang="en-US" dirty="0"/>
              <a:t>同时生成客户端代码</a:t>
            </a:r>
            <a:endParaRPr kumimoji="1" lang="en-US" altLang="zh-CN" dirty="0"/>
          </a:p>
          <a:p>
            <a:r>
              <a:rPr kumimoji="1" lang="zh-CN" altLang="en-US" dirty="0"/>
              <a:t>运行时读取表格数据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4977A15-DD5D-DA98-5308-F1F7F3BE84A8}"/>
              </a:ext>
            </a:extLst>
          </p:cNvPr>
          <p:cNvSpPr txBox="1"/>
          <p:nvPr/>
        </p:nvSpPr>
        <p:spPr>
          <a:xfrm>
            <a:off x="947854" y="3936380"/>
            <a:ext cx="34676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void Start()</a:t>
            </a:r>
          </a:p>
          <a:p>
            <a:r>
              <a:rPr kumimoji="1" lang="en" altLang="zh-CN" dirty="0"/>
              <a:t>{</a:t>
            </a:r>
          </a:p>
          <a:p>
            <a:r>
              <a:rPr kumimoji="1" lang="en" altLang="zh-CN" dirty="0"/>
              <a:t>    </a:t>
            </a:r>
            <a:r>
              <a:rPr kumimoji="1" lang="en" altLang="zh-CN" dirty="0" err="1"/>
              <a:t>Debug.Log</a:t>
            </a:r>
            <a:r>
              <a:rPr kumimoji="1" lang="en" altLang="zh-CN" dirty="0"/>
              <a:t>(</a:t>
            </a:r>
            <a:r>
              <a:rPr kumimoji="1" lang="en" altLang="zh-CN" dirty="0" err="1"/>
              <a:t>Hero.Get</a:t>
            </a:r>
            <a:r>
              <a:rPr kumimoji="1" lang="en" altLang="zh-CN" dirty="0"/>
              <a:t>(0).name);</a:t>
            </a:r>
          </a:p>
          <a:p>
            <a:r>
              <a:rPr kumimoji="1" lang="en" altLang="zh-CN" dirty="0"/>
              <a:t>}</a:t>
            </a:r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4CBA118-BF02-D115-3264-CCB3E4E1E207}"/>
              </a:ext>
            </a:extLst>
          </p:cNvPr>
          <p:cNvSpPr txBox="1"/>
          <p:nvPr/>
        </p:nvSpPr>
        <p:spPr>
          <a:xfrm>
            <a:off x="5107259" y="658340"/>
            <a:ext cx="6800260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public class Hero</a:t>
            </a:r>
          </a:p>
          <a:p>
            <a:r>
              <a:rPr kumimoji="1" lang="en" altLang="zh-CN" dirty="0"/>
              <a:t>{</a:t>
            </a:r>
          </a:p>
          <a:p>
            <a:r>
              <a:rPr kumimoji="1" lang="en" altLang="zh-CN" dirty="0"/>
              <a:t>    public class Data</a:t>
            </a:r>
          </a:p>
          <a:p>
            <a:r>
              <a:rPr kumimoji="1" lang="en" altLang="zh-CN" dirty="0"/>
              <a:t>    {</a:t>
            </a:r>
          </a:p>
          <a:p>
            <a:r>
              <a:rPr kumimoji="1" lang="en" altLang="zh-CN" dirty="0"/>
              <a:t>        public int id;</a:t>
            </a:r>
          </a:p>
          <a:p>
            <a:r>
              <a:rPr kumimoji="1" lang="en" altLang="zh-CN" dirty="0"/>
              <a:t>        public string name;</a:t>
            </a:r>
          </a:p>
          <a:p>
            <a:r>
              <a:rPr kumimoji="1" lang="en" altLang="zh-CN" dirty="0"/>
              <a:t>        public int level;</a:t>
            </a:r>
          </a:p>
          <a:p>
            <a:r>
              <a:rPr kumimoji="1" lang="en" altLang="zh-CN" dirty="0"/>
              <a:t>        public float hp;</a:t>
            </a:r>
          </a:p>
          <a:p>
            <a:r>
              <a:rPr kumimoji="1" lang="en" altLang="zh-CN" dirty="0"/>
              <a:t>        public string desc;</a:t>
            </a:r>
          </a:p>
          <a:p>
            <a:r>
              <a:rPr kumimoji="1" lang="en" altLang="zh-CN" dirty="0"/>
              <a:t>    }</a:t>
            </a:r>
          </a:p>
          <a:p>
            <a:endParaRPr kumimoji="1" lang="en" altLang="zh-CN" dirty="0"/>
          </a:p>
          <a:p>
            <a:r>
              <a:rPr kumimoji="1" lang="en" altLang="zh-CN" dirty="0"/>
              <a:t>    static Dictionary&lt;int, Data&gt; value = new Dictionary&lt;int, Data&gt;();</a:t>
            </a:r>
          </a:p>
          <a:p>
            <a:r>
              <a:rPr kumimoji="1" lang="en" altLang="zh-CN" dirty="0"/>
              <a:t>    static public Data Get(int id)</a:t>
            </a:r>
          </a:p>
          <a:p>
            <a:r>
              <a:rPr kumimoji="1" lang="en" altLang="zh-CN" dirty="0"/>
              <a:t>    {</a:t>
            </a:r>
          </a:p>
          <a:p>
            <a:r>
              <a:rPr kumimoji="1" lang="en" altLang="zh-CN" dirty="0"/>
              <a:t>        //...</a:t>
            </a:r>
            <a:r>
              <a:rPr kumimoji="1" lang="zh-CN" altLang="en-US" dirty="0"/>
              <a:t>部分代码略</a:t>
            </a:r>
          </a:p>
          <a:p>
            <a:endParaRPr kumimoji="1" lang="zh-CN" altLang="en-US" dirty="0"/>
          </a:p>
          <a:p>
            <a:r>
              <a:rPr kumimoji="1" lang="zh-CN" altLang="en-US" dirty="0"/>
              <a:t>        </a:t>
            </a:r>
            <a:r>
              <a:rPr kumimoji="1" lang="en" altLang="zh-CN" dirty="0"/>
              <a:t>return value[id];</a:t>
            </a:r>
          </a:p>
          <a:p>
            <a:r>
              <a:rPr kumimoji="1" lang="en" altLang="zh-CN" dirty="0"/>
              <a:t>    }</a:t>
            </a:r>
          </a:p>
          <a:p>
            <a:r>
              <a:rPr kumimoji="1" lang="en" altLang="zh-CN" dirty="0"/>
              <a:t>}</a:t>
            </a:r>
          </a:p>
          <a:p>
            <a:endParaRPr kumimoji="1" lang="en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82897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FB3EE1-1148-1609-566F-5D0ABD709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9.1.2</a:t>
            </a:r>
            <a:r>
              <a:rPr kumimoji="1" lang="zh-CN" altLang="en-US" dirty="0"/>
              <a:t> 读取</a:t>
            </a:r>
            <a:r>
              <a:rPr kumimoji="1" lang="en-US" altLang="zh-CN" dirty="0"/>
              <a:t>Excel</a:t>
            </a:r>
            <a:r>
              <a:rPr kumimoji="1" lang="zh-CN" altLang="en-US" dirty="0"/>
              <a:t>文件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AF6BF8-BC28-5E6C-0A6D-9FEB61AC5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注意区分</a:t>
            </a:r>
            <a:r>
              <a:rPr kumimoji="1" lang="en-US" altLang="zh-CN" dirty="0"/>
              <a:t>sheet1</a:t>
            </a:r>
            <a:r>
              <a:rPr kumimoji="1" lang="zh-CN" altLang="en-US" dirty="0"/>
              <a:t>和</a:t>
            </a:r>
            <a:r>
              <a:rPr kumimoji="1" lang="en-US" altLang="zh-CN" dirty="0"/>
              <a:t>sheet2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8AEEB20-46A8-90F3-F1B5-C5B67CEC16D9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478" y="2530362"/>
            <a:ext cx="2186166" cy="1439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64F81FF-A32A-FCF2-29B4-6F55189CBAE7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478" y="4191363"/>
            <a:ext cx="2186166" cy="1551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F35C907-0347-F774-ED67-A1D0C56B7F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4751" y="958516"/>
            <a:ext cx="4435506" cy="5534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892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547F31-4913-DAE9-5317-92642B8C1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9.1.3 </a:t>
            </a:r>
            <a:r>
              <a:rPr kumimoji="1" lang="zh-CN" altLang="en-US" dirty="0"/>
              <a:t>写入</a:t>
            </a:r>
            <a:r>
              <a:rPr kumimoji="1" lang="en-US" altLang="zh-CN" dirty="0"/>
              <a:t>Excel</a:t>
            </a:r>
            <a:r>
              <a:rPr kumimoji="1" lang="zh-CN" altLang="en-US" dirty="0"/>
              <a:t>文件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C3F0E9-0DA6-84BB-BFBD-EDFF22A54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29087"/>
          </a:xfrm>
        </p:spPr>
        <p:txBody>
          <a:bodyPr/>
          <a:lstStyle/>
          <a:p>
            <a:r>
              <a:rPr kumimoji="1" lang="zh-CN" altLang="en-US" dirty="0"/>
              <a:t>将数据写入表格中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48ED9D7-7803-D6DA-5760-3C57C38BD9CE}"/>
              </a:ext>
            </a:extLst>
          </p:cNvPr>
          <p:cNvSpPr txBox="1"/>
          <p:nvPr/>
        </p:nvSpPr>
        <p:spPr>
          <a:xfrm>
            <a:off x="838200" y="2854712"/>
            <a:ext cx="73629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ExcelWorksheet</a:t>
            </a:r>
            <a:r>
              <a:rPr kumimoji="1" lang="en" altLang="zh-CN" dirty="0"/>
              <a:t> worksheet = </a:t>
            </a:r>
            <a:r>
              <a:rPr kumimoji="1" lang="en" altLang="zh-CN" dirty="0" err="1"/>
              <a:t>excel.Workbook.Worksheets.Add</a:t>
            </a:r>
            <a:r>
              <a:rPr kumimoji="1" lang="en" altLang="zh-CN" dirty="0"/>
              <a:t>("sheet1");</a:t>
            </a:r>
          </a:p>
          <a:p>
            <a:r>
              <a:rPr kumimoji="1" lang="en" altLang="zh-CN" dirty="0" err="1"/>
              <a:t>worksheet.Cells</a:t>
            </a:r>
            <a:r>
              <a:rPr kumimoji="1" lang="en" altLang="zh-CN" dirty="0"/>
              <a:t>[1, 1].Value = "Company name1";</a:t>
            </a:r>
          </a:p>
          <a:p>
            <a:r>
              <a:rPr kumimoji="1" lang="en" altLang="zh-CN" dirty="0" err="1"/>
              <a:t>worksheet.Cells</a:t>
            </a:r>
            <a:r>
              <a:rPr kumimoji="1" lang="en" altLang="zh-CN" dirty="0"/>
              <a:t>[1, 2].Value = "Address1";</a:t>
            </a:r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576A110-9755-88AC-F61E-E68ACE65A1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915031"/>
            <a:ext cx="2636520" cy="2909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422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109172-D6DD-0197-F28B-9643E57EA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9.2</a:t>
            </a:r>
            <a:r>
              <a:rPr kumimoji="1" lang="zh-CN" altLang="en-US" dirty="0"/>
              <a:t> </a:t>
            </a:r>
            <a:r>
              <a:rPr kumimoji="1" lang="en-US" altLang="zh-CN" dirty="0"/>
              <a:t>SQLite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E3CB3C2-4BB2-57D9-CEB6-3B3002ACA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开源</a:t>
            </a:r>
            <a:r>
              <a:rPr kumimoji="1" lang="en-US" altLang="zh-CN" dirty="0"/>
              <a:t>C</a:t>
            </a:r>
            <a:r>
              <a:rPr kumimoji="1" lang="zh-CN" altLang="en-US" dirty="0"/>
              <a:t>语言数据库引擎</a:t>
            </a:r>
            <a:endParaRPr kumimoji="1" lang="en-US" altLang="zh-CN" dirty="0"/>
          </a:p>
          <a:p>
            <a:r>
              <a:rPr kumimoji="1" lang="zh-CN" altLang="en-US" dirty="0"/>
              <a:t>被全世界广泛使用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BEDF57E-173C-5A4C-BD97-CD973E6E5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561" y="3642136"/>
            <a:ext cx="3703320" cy="2378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614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6BF4DE-58C9-A10C-A182-F61397AD7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9.2.1 </a:t>
            </a:r>
            <a:r>
              <a:rPr kumimoji="1" lang="zh-CN" altLang="en-US" dirty="0"/>
              <a:t>创建数据库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EF3304-1DC3-22D7-FA96-16F5F6724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离线将</a:t>
            </a:r>
            <a:r>
              <a:rPr kumimoji="1" lang="en-US" altLang="zh-CN" dirty="0"/>
              <a:t>Excel</a:t>
            </a:r>
            <a:r>
              <a:rPr kumimoji="1" lang="zh-CN" altLang="en-US" dirty="0"/>
              <a:t>写入数据库中</a:t>
            </a:r>
            <a:endParaRPr kumimoji="1" lang="en-US" altLang="zh-CN" dirty="0"/>
          </a:p>
          <a:p>
            <a:r>
              <a:rPr kumimoji="1" lang="zh-CN" altLang="en-US" dirty="0"/>
              <a:t>运行时只读数据，不需要写数据</a:t>
            </a:r>
            <a:endParaRPr kumimoji="1" lang="en-US" altLang="zh-CN" dirty="0"/>
          </a:p>
          <a:p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0259FEE-C8B1-BB10-98F3-01B2359F1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972" y="2985135"/>
            <a:ext cx="5274310" cy="3326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747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81FC7C-3D3C-E46D-2A26-06884844D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9.2.2</a:t>
            </a:r>
            <a:r>
              <a:rPr kumimoji="1" lang="zh-CN" altLang="en-US" dirty="0"/>
              <a:t> 跨平台读取数据库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F80AB29C-7C4D-FBD1-9BF8-84F0BB9FBB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33067" y="134812"/>
            <a:ext cx="3904560" cy="227285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A929400-9197-77CB-0E39-883C1729E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373" y="2490148"/>
            <a:ext cx="8956895" cy="4332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9390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E5248B-7EF9-BD11-A954-E77A57E0D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9.3</a:t>
            </a:r>
            <a:r>
              <a:rPr kumimoji="1" lang="zh-CN" altLang="en-US" dirty="0"/>
              <a:t> </a:t>
            </a:r>
            <a:r>
              <a:rPr kumimoji="1" lang="en-US" altLang="zh-CN" dirty="0"/>
              <a:t>JSON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6D53E0-FF51-1B21-B1A5-9CB8B35B8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轻量数据保存格式</a:t>
            </a:r>
            <a:endParaRPr kumimoji="1" lang="en-US" altLang="zh-CN" dirty="0"/>
          </a:p>
          <a:p>
            <a:r>
              <a:rPr kumimoji="1" lang="en-US" altLang="zh-CN" dirty="0"/>
              <a:t>Key</a:t>
            </a:r>
            <a:r>
              <a:rPr kumimoji="1" lang="zh-CN" altLang="en-US" dirty="0"/>
              <a:t>和</a:t>
            </a:r>
            <a:r>
              <a:rPr kumimoji="1" lang="en-US" altLang="zh-CN" dirty="0"/>
              <a:t>Value</a:t>
            </a:r>
            <a:r>
              <a:rPr kumimoji="1" lang="zh-CN" altLang="en-US" dirty="0"/>
              <a:t>组成</a:t>
            </a:r>
            <a:endParaRPr kumimoji="1" lang="en-US" altLang="zh-CN" dirty="0"/>
          </a:p>
          <a:p>
            <a:r>
              <a:rPr kumimoji="1" lang="en-US" altLang="zh-CN" dirty="0" err="1"/>
              <a:t>Newtonsoft</a:t>
            </a:r>
            <a:r>
              <a:rPr kumimoji="1" lang="en-US" altLang="zh-CN" dirty="0"/>
              <a:t> </a:t>
            </a:r>
            <a:r>
              <a:rPr kumimoji="1" lang="en-US" altLang="zh-CN" dirty="0" err="1"/>
              <a:t>Json</a:t>
            </a:r>
            <a:r>
              <a:rPr kumimoji="1" lang="zh-CN" altLang="en-US" dirty="0"/>
              <a:t>功能更全面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C1BE6E4-A9D7-D212-B8ED-6CBB6D856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027" y="3429000"/>
            <a:ext cx="3610610" cy="3189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396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FA5BD1-DADC-D024-2E51-40EE9B6C1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9.3.1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JsonUtility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52DC97-9E67-7230-97C5-1FA26D7BA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标记</a:t>
            </a:r>
            <a:r>
              <a:rPr kumimoji="1" lang="en" altLang="zh-CN" dirty="0"/>
              <a:t>[Serializable]</a:t>
            </a:r>
          </a:p>
          <a:p>
            <a:r>
              <a:rPr kumimoji="1" lang="en" altLang="zh-CN" dirty="0" err="1"/>
              <a:t>JsonUtility.ToJson</a:t>
            </a:r>
            <a:r>
              <a:rPr kumimoji="1" lang="en" altLang="zh-CN" dirty="0"/>
              <a:t>()</a:t>
            </a:r>
            <a:r>
              <a:rPr kumimoji="1" lang="zh-CN" altLang="en-US" dirty="0"/>
              <a:t> </a:t>
            </a:r>
            <a:r>
              <a:rPr kumimoji="1" lang="zh-CN" altLang="en" dirty="0"/>
              <a:t>序列化</a:t>
            </a:r>
            <a:endParaRPr kumimoji="1" lang="en" altLang="zh-CN" dirty="0"/>
          </a:p>
          <a:p>
            <a:r>
              <a:rPr kumimoji="1" lang="en" altLang="zh-CN" dirty="0" err="1"/>
              <a:t>JsonUtility.FromJson</a:t>
            </a:r>
            <a:r>
              <a:rPr kumimoji="1" lang="en" altLang="zh-CN" dirty="0"/>
              <a:t>&lt;T&gt;()</a:t>
            </a:r>
            <a:r>
              <a:rPr kumimoji="1" lang="zh-CN" altLang="en-US" dirty="0"/>
              <a:t> 反序列化</a:t>
            </a:r>
            <a:endParaRPr kumimoji="1" lang="en" altLang="zh-CN" dirty="0"/>
          </a:p>
          <a:p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63C8FE1-FFD0-84D4-6ED7-334D803A5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001294"/>
            <a:ext cx="10181405" cy="1947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1663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3C212E-D68F-19F7-F0C4-A161374B3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9.3.2</a:t>
            </a:r>
            <a:r>
              <a:rPr kumimoji="1" lang="zh-CN" altLang="en-US" dirty="0"/>
              <a:t> </a:t>
            </a:r>
            <a:r>
              <a:rPr kumimoji="1" lang="en-US" altLang="zh-CN" dirty="0"/>
              <a:t>JSON</a:t>
            </a:r>
            <a:r>
              <a:rPr kumimoji="1" lang="zh-CN" altLang="en-US" dirty="0"/>
              <a:t>支持字典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97818A-45A9-F052-60EC-7D504AA8C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官方不支持字典，需要自己来扩展它</a:t>
            </a:r>
            <a:endParaRPr kumimoji="1" lang="en-US" altLang="zh-CN" dirty="0"/>
          </a:p>
          <a:p>
            <a:r>
              <a:rPr kumimoji="1" lang="en" altLang="zh-CN" dirty="0"/>
              <a:t>public class </a:t>
            </a:r>
            <a:r>
              <a:rPr kumimoji="1" lang="en" altLang="zh-CN" dirty="0" err="1"/>
              <a:t>SerializableDictionary</a:t>
            </a:r>
            <a:r>
              <a:rPr kumimoji="1" lang="en" altLang="zh-CN" dirty="0"/>
              <a:t>&lt;K, V&gt; : </a:t>
            </a:r>
            <a:r>
              <a:rPr kumimoji="1" lang="en" altLang="zh-CN" dirty="0" err="1"/>
              <a:t>ISerializationCallbackReceiver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7C1C0D4-4003-02F1-8DAA-CE80910A0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18" y="3539017"/>
            <a:ext cx="8614322" cy="248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502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D6DDCF-8DAE-DB74-F27F-54F637C55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9.3.3 </a:t>
            </a:r>
            <a:r>
              <a:rPr kumimoji="1" lang="en-US" altLang="zh-CN" dirty="0" err="1"/>
              <a:t>Newtonsoft</a:t>
            </a:r>
            <a:r>
              <a:rPr kumimoji="1" lang="en-US" altLang="zh-CN" dirty="0"/>
              <a:t> </a:t>
            </a:r>
            <a:r>
              <a:rPr kumimoji="1" lang="en-US" altLang="zh-CN" dirty="0" err="1"/>
              <a:t>Json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1375E3-7D65-8440-3549-C8E4D45DB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85204"/>
          </a:xfrm>
        </p:spPr>
        <p:txBody>
          <a:bodyPr/>
          <a:lstStyle/>
          <a:p>
            <a:r>
              <a:rPr kumimoji="1" lang="zh-CN" altLang="en-US" dirty="0"/>
              <a:t>可以不标记</a:t>
            </a:r>
            <a:r>
              <a:rPr kumimoji="1" lang="en" altLang="zh-CN" dirty="0"/>
              <a:t>[Serializable]</a:t>
            </a:r>
            <a:endParaRPr kumimoji="1" lang="en-US" altLang="zh-CN" dirty="0"/>
          </a:p>
          <a:p>
            <a:r>
              <a:rPr kumimoji="1" lang="zh-CN" altLang="en-US" dirty="0"/>
              <a:t>运行时更加灵活</a:t>
            </a:r>
            <a:endParaRPr kumimoji="1" lang="en-US" altLang="zh-CN" dirty="0"/>
          </a:p>
          <a:p>
            <a:endParaRPr kumimoji="1" lang="en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0956B56-BF76-A5CB-9B27-1ECEF5534D99}"/>
              </a:ext>
            </a:extLst>
          </p:cNvPr>
          <p:cNvSpPr txBox="1"/>
          <p:nvPr/>
        </p:nvSpPr>
        <p:spPr>
          <a:xfrm>
            <a:off x="838200" y="2887682"/>
            <a:ext cx="5497018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void Start()</a:t>
            </a:r>
          </a:p>
          <a:p>
            <a:r>
              <a:rPr kumimoji="1" lang="en" altLang="zh-CN" dirty="0"/>
              <a:t>{</a:t>
            </a:r>
          </a:p>
          <a:p>
            <a:r>
              <a:rPr kumimoji="1" lang="en" altLang="zh-CN" dirty="0"/>
              <a:t>    //</a:t>
            </a:r>
            <a:r>
              <a:rPr kumimoji="1" lang="zh-CN" altLang="en-US" dirty="0"/>
              <a:t>先将数据填充到类对象中</a:t>
            </a:r>
          </a:p>
          <a:p>
            <a:r>
              <a:rPr kumimoji="1" lang="zh-CN" altLang="en-US" dirty="0"/>
              <a:t>    </a:t>
            </a:r>
            <a:r>
              <a:rPr kumimoji="1" lang="en" altLang="zh-CN" dirty="0"/>
              <a:t>Data data = new Data();</a:t>
            </a:r>
          </a:p>
          <a:p>
            <a:r>
              <a:rPr kumimoji="1" lang="en" altLang="zh-CN" dirty="0"/>
              <a:t>    </a:t>
            </a:r>
            <a:r>
              <a:rPr kumimoji="1" lang="en" altLang="zh-CN" dirty="0" err="1"/>
              <a:t>data.name</a:t>
            </a:r>
            <a:r>
              <a:rPr kumimoji="1" lang="en" altLang="zh-CN" dirty="0"/>
              <a:t> = "Data";</a:t>
            </a:r>
          </a:p>
          <a:p>
            <a:r>
              <a:rPr kumimoji="1" lang="en" altLang="zh-CN" dirty="0"/>
              <a:t>    </a:t>
            </a:r>
            <a:r>
              <a:rPr kumimoji="1" lang="en" altLang="zh-CN" dirty="0" err="1"/>
              <a:t>data.list</a:t>
            </a:r>
            <a:r>
              <a:rPr kumimoji="1" lang="en" altLang="zh-CN" dirty="0"/>
              <a:t> = new List&lt;string&gt;() { "1", "2" };</a:t>
            </a:r>
          </a:p>
          <a:p>
            <a:r>
              <a:rPr kumimoji="1" lang="en" altLang="zh-CN" dirty="0"/>
              <a:t>    //</a:t>
            </a:r>
            <a:r>
              <a:rPr kumimoji="1" lang="zh-CN" altLang="en-US" dirty="0"/>
              <a:t>将类对象转换成字符串</a:t>
            </a:r>
          </a:p>
          <a:p>
            <a:r>
              <a:rPr kumimoji="1" lang="zh-CN" altLang="en-US" dirty="0"/>
              <a:t>    </a:t>
            </a:r>
            <a:r>
              <a:rPr kumimoji="1" lang="en" altLang="zh-CN" dirty="0"/>
              <a:t>string </a:t>
            </a:r>
            <a:r>
              <a:rPr kumimoji="1" lang="en" altLang="zh-CN" dirty="0" err="1"/>
              <a:t>json</a:t>
            </a:r>
            <a:r>
              <a:rPr kumimoji="1" lang="en" altLang="zh-CN" dirty="0"/>
              <a:t> = </a:t>
            </a:r>
            <a:r>
              <a:rPr kumimoji="1" lang="en" altLang="zh-CN" dirty="0" err="1"/>
              <a:t>JsonConvert.SerializeObject</a:t>
            </a:r>
            <a:r>
              <a:rPr kumimoji="1" lang="en" altLang="zh-CN" dirty="0"/>
              <a:t>(data);</a:t>
            </a:r>
          </a:p>
          <a:p>
            <a:r>
              <a:rPr kumimoji="1" lang="en" altLang="zh-CN" dirty="0"/>
              <a:t>    </a:t>
            </a:r>
            <a:r>
              <a:rPr kumimoji="1" lang="en" altLang="zh-CN" dirty="0" err="1"/>
              <a:t>Debug.Log</a:t>
            </a:r>
            <a:r>
              <a:rPr kumimoji="1" lang="en" altLang="zh-CN" dirty="0"/>
              <a:t>(</a:t>
            </a:r>
            <a:r>
              <a:rPr kumimoji="1" lang="en" altLang="zh-CN" dirty="0" err="1"/>
              <a:t>json</a:t>
            </a:r>
            <a:r>
              <a:rPr kumimoji="1" lang="en" altLang="zh-CN" dirty="0"/>
              <a:t>);</a:t>
            </a:r>
          </a:p>
          <a:p>
            <a:r>
              <a:rPr kumimoji="1" lang="en" altLang="zh-CN" dirty="0"/>
              <a:t>    //</a:t>
            </a:r>
            <a:r>
              <a:rPr kumimoji="1" lang="zh-CN" altLang="en-US" dirty="0"/>
              <a:t>将字符串还原成类对象</a:t>
            </a:r>
          </a:p>
          <a:p>
            <a:r>
              <a:rPr kumimoji="1" lang="zh-CN" altLang="en-US" dirty="0"/>
              <a:t>    </a:t>
            </a:r>
            <a:r>
              <a:rPr kumimoji="1" lang="en" altLang="zh-CN" dirty="0"/>
              <a:t>data = </a:t>
            </a:r>
            <a:r>
              <a:rPr kumimoji="1" lang="en" altLang="zh-CN" dirty="0" err="1"/>
              <a:t>JsonConvert.DeserializeObject</a:t>
            </a:r>
            <a:r>
              <a:rPr kumimoji="1" lang="en" altLang="zh-CN" dirty="0"/>
              <a:t>&lt;Data&gt;(</a:t>
            </a:r>
            <a:r>
              <a:rPr kumimoji="1" lang="en" altLang="zh-CN" dirty="0" err="1"/>
              <a:t>json</a:t>
            </a:r>
            <a:r>
              <a:rPr kumimoji="1" lang="en" altLang="zh-CN" dirty="0"/>
              <a:t>);</a:t>
            </a:r>
          </a:p>
          <a:p>
            <a:r>
              <a:rPr kumimoji="1" lang="en" altLang="zh-CN" dirty="0"/>
              <a:t>    </a:t>
            </a:r>
            <a:r>
              <a:rPr kumimoji="1" lang="en" altLang="zh-CN" dirty="0" err="1"/>
              <a:t>Debug.Log</a:t>
            </a:r>
            <a:r>
              <a:rPr kumimoji="1" lang="en" altLang="zh-CN" dirty="0"/>
              <a:t>(</a:t>
            </a:r>
            <a:r>
              <a:rPr kumimoji="1" lang="en" altLang="zh-CN" dirty="0" err="1"/>
              <a:t>data.name</a:t>
            </a:r>
            <a:r>
              <a:rPr kumimoji="1" lang="en" altLang="zh-CN" dirty="0"/>
              <a:t>);</a:t>
            </a:r>
          </a:p>
          <a:p>
            <a:r>
              <a:rPr kumimoji="1" lang="en" altLang="zh-CN" dirty="0"/>
              <a:t>}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435671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9399D2-92BB-3B51-7D5C-B4819F6F5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9.4 </a:t>
            </a:r>
            <a:r>
              <a:rPr kumimoji="1" lang="zh-CN" altLang="en-US" dirty="0"/>
              <a:t>文件的读取与写入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11DDB9-0328-5266-B491-05F0F59BF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游戏存档</a:t>
            </a:r>
            <a:endParaRPr kumimoji="1" lang="en-US" altLang="zh-CN" dirty="0"/>
          </a:p>
          <a:p>
            <a:r>
              <a:rPr kumimoji="1" lang="en-US" altLang="zh-CN" dirty="0"/>
              <a:t>Unity</a:t>
            </a:r>
            <a:r>
              <a:rPr kumimoji="1" lang="zh-CN" altLang="en-US" dirty="0"/>
              <a:t>默认支持</a:t>
            </a:r>
            <a:r>
              <a:rPr kumimoji="1" lang="en-US" altLang="zh-CN" dirty="0"/>
              <a:t>int</a:t>
            </a:r>
            <a:r>
              <a:rPr kumimoji="1" lang="zh-CN" altLang="en-US" dirty="0"/>
              <a:t>、</a:t>
            </a:r>
            <a:r>
              <a:rPr kumimoji="1" lang="en-US" altLang="zh-CN" dirty="0"/>
              <a:t>float</a:t>
            </a:r>
            <a:r>
              <a:rPr kumimoji="1" lang="zh-CN" altLang="en-US" dirty="0"/>
              <a:t>、</a:t>
            </a:r>
            <a:r>
              <a:rPr kumimoji="1" lang="en-US" altLang="zh-CN" dirty="0"/>
              <a:t>string</a:t>
            </a:r>
          </a:p>
          <a:p>
            <a:r>
              <a:rPr kumimoji="1" lang="en-US" altLang="zh-CN" dirty="0"/>
              <a:t>C#</a:t>
            </a:r>
            <a:r>
              <a:rPr kumimoji="1" lang="zh-CN" altLang="en-US" dirty="0"/>
              <a:t>支持文件读写接口，可以灵活拓展它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01264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CB2608-EBBC-2F5F-B27A-B254CEBF8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9.4.1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PlayerPrefs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E9C130-5A82-D2B7-4F53-6AA03AA1A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27643"/>
          </a:xfrm>
        </p:spPr>
        <p:txBody>
          <a:bodyPr/>
          <a:lstStyle/>
          <a:p>
            <a:r>
              <a:rPr kumimoji="1" lang="en-US" altLang="zh-CN" dirty="0"/>
              <a:t>Unity</a:t>
            </a:r>
            <a:r>
              <a:rPr kumimoji="1" lang="zh-CN" altLang="en-US" dirty="0"/>
              <a:t>内置存档接口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E7AEE58-2838-A7C5-CE1F-DF767DEE88B0}"/>
              </a:ext>
            </a:extLst>
          </p:cNvPr>
          <p:cNvSpPr txBox="1"/>
          <p:nvPr/>
        </p:nvSpPr>
        <p:spPr>
          <a:xfrm>
            <a:off x="838200" y="2588205"/>
            <a:ext cx="661751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PlayerPrefs.SetInt</a:t>
            </a:r>
            <a:r>
              <a:rPr kumimoji="1" lang="en" altLang="zh-CN" dirty="0"/>
              <a:t>("</a:t>
            </a:r>
            <a:r>
              <a:rPr kumimoji="1" lang="en" altLang="zh-CN" dirty="0" err="1"/>
              <a:t>MyInt</a:t>
            </a:r>
            <a:r>
              <a:rPr kumimoji="1" lang="en" altLang="zh-CN" dirty="0"/>
              <a:t>", 100);</a:t>
            </a:r>
          </a:p>
          <a:p>
            <a:r>
              <a:rPr kumimoji="1" lang="en" altLang="zh-CN" dirty="0" err="1"/>
              <a:t>PlayerPrefs.SetFloat</a:t>
            </a:r>
            <a:r>
              <a:rPr kumimoji="1" lang="en" altLang="zh-CN" dirty="0"/>
              <a:t>("</a:t>
            </a:r>
            <a:r>
              <a:rPr kumimoji="1" lang="en" altLang="zh-CN" dirty="0" err="1"/>
              <a:t>MyFloat</a:t>
            </a:r>
            <a:r>
              <a:rPr kumimoji="1" lang="en" altLang="zh-CN" dirty="0"/>
              <a:t>", 200f);</a:t>
            </a:r>
          </a:p>
          <a:p>
            <a:r>
              <a:rPr kumimoji="1" lang="en" altLang="zh-CN" dirty="0" err="1"/>
              <a:t>PlayerPrefs.SetString</a:t>
            </a:r>
            <a:r>
              <a:rPr kumimoji="1" lang="en" altLang="zh-CN" dirty="0"/>
              <a:t>("</a:t>
            </a:r>
            <a:r>
              <a:rPr kumimoji="1" lang="en" altLang="zh-CN" dirty="0" err="1"/>
              <a:t>MyString</a:t>
            </a:r>
            <a:r>
              <a:rPr kumimoji="1" lang="en" altLang="zh-CN" dirty="0"/>
              <a:t>", "</a:t>
            </a:r>
            <a:r>
              <a:rPr kumimoji="1" lang="zh-CN" altLang="en-US" dirty="0"/>
              <a:t>雨松</a:t>
            </a:r>
            <a:r>
              <a:rPr kumimoji="1" lang="en" altLang="zh-CN" dirty="0"/>
              <a:t>MOMO");</a:t>
            </a:r>
          </a:p>
          <a:p>
            <a:endParaRPr kumimoji="1" lang="en" altLang="zh-CN" dirty="0"/>
          </a:p>
          <a:p>
            <a:r>
              <a:rPr kumimoji="1" lang="en" altLang="zh-CN" dirty="0" err="1"/>
              <a:t>Debug.Log</a:t>
            </a:r>
            <a:r>
              <a:rPr kumimoji="1" lang="en" altLang="zh-CN" dirty="0"/>
              <a:t>(</a:t>
            </a:r>
            <a:r>
              <a:rPr kumimoji="1" lang="en" altLang="zh-CN" dirty="0" err="1"/>
              <a:t>PlayerPrefs.GetInt</a:t>
            </a:r>
            <a:r>
              <a:rPr kumimoji="1" lang="en" altLang="zh-CN" dirty="0"/>
              <a:t>("</a:t>
            </a:r>
            <a:r>
              <a:rPr kumimoji="1" lang="en" altLang="zh-CN" dirty="0" err="1"/>
              <a:t>MyInt</a:t>
            </a:r>
            <a:r>
              <a:rPr kumimoji="1" lang="en" altLang="zh-CN" dirty="0"/>
              <a:t>", 0));</a:t>
            </a:r>
          </a:p>
          <a:p>
            <a:r>
              <a:rPr kumimoji="1" lang="en" altLang="zh-CN" dirty="0" err="1"/>
              <a:t>Debug.Log</a:t>
            </a:r>
            <a:r>
              <a:rPr kumimoji="1" lang="en" altLang="zh-CN" dirty="0"/>
              <a:t>(</a:t>
            </a:r>
            <a:r>
              <a:rPr kumimoji="1" lang="en" altLang="zh-CN" dirty="0" err="1"/>
              <a:t>PlayerPrefs.GetFloat</a:t>
            </a:r>
            <a:r>
              <a:rPr kumimoji="1" lang="en" altLang="zh-CN" dirty="0"/>
              <a:t>("</a:t>
            </a:r>
            <a:r>
              <a:rPr kumimoji="1" lang="en" altLang="zh-CN" dirty="0" err="1"/>
              <a:t>MyFloat</a:t>
            </a:r>
            <a:r>
              <a:rPr kumimoji="1" lang="en" altLang="zh-CN" dirty="0"/>
              <a:t>", 0f));</a:t>
            </a:r>
          </a:p>
          <a:p>
            <a:r>
              <a:rPr kumimoji="1" lang="en" altLang="zh-CN" dirty="0" err="1"/>
              <a:t>Debug.Log</a:t>
            </a:r>
            <a:r>
              <a:rPr kumimoji="1" lang="en" altLang="zh-CN" dirty="0"/>
              <a:t>(</a:t>
            </a:r>
            <a:r>
              <a:rPr kumimoji="1" lang="en" altLang="zh-CN" dirty="0" err="1"/>
              <a:t>PlayerPrefs.GetString</a:t>
            </a:r>
            <a:r>
              <a:rPr kumimoji="1" lang="en" altLang="zh-CN" dirty="0"/>
              <a:t>("</a:t>
            </a:r>
            <a:r>
              <a:rPr kumimoji="1" lang="en" altLang="zh-CN" dirty="0" err="1"/>
              <a:t>MyString</a:t>
            </a:r>
            <a:r>
              <a:rPr kumimoji="1" lang="en" altLang="zh-CN" dirty="0"/>
              <a:t>", "</a:t>
            </a:r>
            <a:r>
              <a:rPr kumimoji="1" lang="zh-CN" altLang="en-US" dirty="0"/>
              <a:t>没有返回默认值</a:t>
            </a:r>
            <a:r>
              <a:rPr kumimoji="1" lang="en-US" altLang="zh-CN" dirty="0"/>
              <a:t>"));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9696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EA1F27-B499-86FA-B698-0528F69C5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9.4.2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EditorPrefs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9B7EEE-2D57-D78B-9A0D-6AA7D1ADF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16492"/>
          </a:xfrm>
        </p:spPr>
        <p:txBody>
          <a:bodyPr/>
          <a:lstStyle/>
          <a:p>
            <a:r>
              <a:rPr kumimoji="1" lang="zh-CN" altLang="en-US" dirty="0"/>
              <a:t>仅编辑器模式下使用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AF594F2-F965-6B4D-DC5F-C6D95A7CF025}"/>
              </a:ext>
            </a:extLst>
          </p:cNvPr>
          <p:cNvSpPr txBox="1"/>
          <p:nvPr/>
        </p:nvSpPr>
        <p:spPr>
          <a:xfrm>
            <a:off x="838200" y="2577054"/>
            <a:ext cx="660469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EditorPrefs.SetInt</a:t>
            </a:r>
            <a:r>
              <a:rPr kumimoji="1" lang="en" altLang="zh-CN" dirty="0"/>
              <a:t>("</a:t>
            </a:r>
            <a:r>
              <a:rPr kumimoji="1" lang="en" altLang="zh-CN" dirty="0" err="1"/>
              <a:t>MyInt</a:t>
            </a:r>
            <a:r>
              <a:rPr kumimoji="1" lang="en" altLang="zh-CN" dirty="0"/>
              <a:t>", 100);</a:t>
            </a:r>
          </a:p>
          <a:p>
            <a:r>
              <a:rPr kumimoji="1" lang="en" altLang="zh-CN" dirty="0" err="1"/>
              <a:t>EditorPrefs.SetFloat</a:t>
            </a:r>
            <a:r>
              <a:rPr kumimoji="1" lang="en" altLang="zh-CN" dirty="0"/>
              <a:t>("</a:t>
            </a:r>
            <a:r>
              <a:rPr kumimoji="1" lang="en" altLang="zh-CN" dirty="0" err="1"/>
              <a:t>MyFloat</a:t>
            </a:r>
            <a:r>
              <a:rPr kumimoji="1" lang="en" altLang="zh-CN" dirty="0"/>
              <a:t>", 200f);</a:t>
            </a:r>
          </a:p>
          <a:p>
            <a:r>
              <a:rPr kumimoji="1" lang="en" altLang="zh-CN" dirty="0" err="1"/>
              <a:t>EditorPrefs.SetString</a:t>
            </a:r>
            <a:r>
              <a:rPr kumimoji="1" lang="en" altLang="zh-CN" dirty="0"/>
              <a:t>("</a:t>
            </a:r>
            <a:r>
              <a:rPr kumimoji="1" lang="en" altLang="zh-CN" dirty="0" err="1"/>
              <a:t>MyString</a:t>
            </a:r>
            <a:r>
              <a:rPr kumimoji="1" lang="en" altLang="zh-CN" dirty="0"/>
              <a:t>", "</a:t>
            </a:r>
            <a:r>
              <a:rPr kumimoji="1" lang="zh-CN" altLang="en-US" dirty="0"/>
              <a:t>雨松</a:t>
            </a:r>
            <a:r>
              <a:rPr kumimoji="1" lang="en" altLang="zh-CN" dirty="0"/>
              <a:t>MOMO");</a:t>
            </a:r>
          </a:p>
          <a:p>
            <a:endParaRPr kumimoji="1" lang="en" altLang="zh-CN" dirty="0"/>
          </a:p>
          <a:p>
            <a:r>
              <a:rPr kumimoji="1" lang="en" altLang="zh-CN" dirty="0" err="1"/>
              <a:t>Debug.Log</a:t>
            </a:r>
            <a:r>
              <a:rPr kumimoji="1" lang="en" altLang="zh-CN" dirty="0"/>
              <a:t>(</a:t>
            </a:r>
            <a:r>
              <a:rPr kumimoji="1" lang="en" altLang="zh-CN" dirty="0" err="1"/>
              <a:t>EditorPrefs.GetInt</a:t>
            </a:r>
            <a:r>
              <a:rPr kumimoji="1" lang="en" altLang="zh-CN" dirty="0"/>
              <a:t>("</a:t>
            </a:r>
            <a:r>
              <a:rPr kumimoji="1" lang="en" altLang="zh-CN" dirty="0" err="1"/>
              <a:t>MyInt</a:t>
            </a:r>
            <a:r>
              <a:rPr kumimoji="1" lang="en" altLang="zh-CN" dirty="0"/>
              <a:t>", 0));</a:t>
            </a:r>
          </a:p>
          <a:p>
            <a:r>
              <a:rPr kumimoji="1" lang="en" altLang="zh-CN" dirty="0" err="1"/>
              <a:t>Debug.Log</a:t>
            </a:r>
            <a:r>
              <a:rPr kumimoji="1" lang="en" altLang="zh-CN" dirty="0"/>
              <a:t>(</a:t>
            </a:r>
            <a:r>
              <a:rPr kumimoji="1" lang="en" altLang="zh-CN" dirty="0" err="1"/>
              <a:t>EditorPrefs.GetFloat</a:t>
            </a:r>
            <a:r>
              <a:rPr kumimoji="1" lang="en" altLang="zh-CN" dirty="0"/>
              <a:t>("</a:t>
            </a:r>
            <a:r>
              <a:rPr kumimoji="1" lang="en" altLang="zh-CN" dirty="0" err="1"/>
              <a:t>MyFloat</a:t>
            </a:r>
            <a:r>
              <a:rPr kumimoji="1" lang="en" altLang="zh-CN" dirty="0"/>
              <a:t>", 0f));</a:t>
            </a:r>
          </a:p>
          <a:p>
            <a:r>
              <a:rPr kumimoji="1" lang="en" altLang="zh-CN" dirty="0" err="1"/>
              <a:t>Debug.Log</a:t>
            </a:r>
            <a:r>
              <a:rPr kumimoji="1" lang="en" altLang="zh-CN" dirty="0"/>
              <a:t>(</a:t>
            </a:r>
            <a:r>
              <a:rPr kumimoji="1" lang="en" altLang="zh-CN" dirty="0" err="1"/>
              <a:t>EditorPrefs.GetString</a:t>
            </a:r>
            <a:r>
              <a:rPr kumimoji="1" lang="en" altLang="zh-CN" dirty="0"/>
              <a:t>("</a:t>
            </a:r>
            <a:r>
              <a:rPr kumimoji="1" lang="en" altLang="zh-CN" dirty="0" err="1"/>
              <a:t>MyString</a:t>
            </a:r>
            <a:r>
              <a:rPr kumimoji="1" lang="en" altLang="zh-CN" dirty="0"/>
              <a:t>", "</a:t>
            </a:r>
            <a:r>
              <a:rPr kumimoji="1" lang="zh-CN" altLang="en-US" dirty="0"/>
              <a:t>没有返回默认值</a:t>
            </a:r>
            <a:r>
              <a:rPr kumimoji="1" lang="en-US" altLang="zh-CN" dirty="0"/>
              <a:t>"));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33894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56B5E1-F66E-8F3D-B655-F03B795FD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9.4.3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PlayerPrefs</a:t>
            </a:r>
            <a:r>
              <a:rPr kumimoji="1" lang="zh-CN" altLang="en-US" dirty="0"/>
              <a:t>保存复杂结构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CB33B0-E989-35B8-D60F-7A1B66516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/>
              <a:t>JsonUtility</a:t>
            </a:r>
            <a:r>
              <a:rPr kumimoji="1" lang="zh-CN" altLang="en-US" dirty="0"/>
              <a:t>序列化</a:t>
            </a:r>
            <a:r>
              <a:rPr kumimoji="1" lang="en-US" altLang="zh-CN" dirty="0"/>
              <a:t>JSON</a:t>
            </a:r>
          </a:p>
          <a:p>
            <a:r>
              <a:rPr kumimoji="1" lang="en-US" altLang="zh-CN" dirty="0" err="1"/>
              <a:t>PlayerPrefs.SetString</a:t>
            </a:r>
            <a:r>
              <a:rPr kumimoji="1" lang="en-US" altLang="zh-CN" dirty="0"/>
              <a:t>/ </a:t>
            </a:r>
            <a:r>
              <a:rPr kumimoji="1" lang="en-US" altLang="zh-CN" dirty="0" err="1"/>
              <a:t>PlayerPrefs</a:t>
            </a:r>
            <a:r>
              <a:rPr kumimoji="1" lang="en-US" altLang="zh-CN" dirty="0"/>
              <a:t>. </a:t>
            </a:r>
            <a:r>
              <a:rPr kumimoji="1" lang="en-US" altLang="zh-CN" dirty="0" err="1"/>
              <a:t>GetString</a:t>
            </a:r>
            <a:r>
              <a:rPr kumimoji="1" lang="zh-CN" altLang="en-US" dirty="0"/>
              <a:t>来配合</a:t>
            </a:r>
            <a:endParaRPr kumimoji="1" lang="en-US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188654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61E50E-94BE-DB49-C5B1-392F861A1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9.4.5</a:t>
            </a:r>
            <a:r>
              <a:rPr kumimoji="1" lang="zh-CN" altLang="en-US" dirty="0"/>
              <a:t> 文件读写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05D541-681D-DAD2-14E4-B6EC91CCD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60736"/>
          </a:xfrm>
        </p:spPr>
        <p:txBody>
          <a:bodyPr/>
          <a:lstStyle/>
          <a:p>
            <a:r>
              <a:rPr kumimoji="1" lang="zh-CN" altLang="en-US" dirty="0"/>
              <a:t>文件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F403B96-F248-3C1C-7858-B2ECC4A31A3D}"/>
              </a:ext>
            </a:extLst>
          </p:cNvPr>
          <p:cNvSpPr txBox="1"/>
          <p:nvPr/>
        </p:nvSpPr>
        <p:spPr>
          <a:xfrm>
            <a:off x="838200" y="2787805"/>
            <a:ext cx="463780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//</a:t>
            </a:r>
            <a:r>
              <a:rPr kumimoji="1" lang="zh-CN" altLang="en-US" dirty="0"/>
              <a:t>按行写入文本</a:t>
            </a:r>
          </a:p>
          <a:p>
            <a:r>
              <a:rPr kumimoji="1" lang="en" altLang="zh-CN" dirty="0"/>
              <a:t>string </a:t>
            </a:r>
            <a:r>
              <a:rPr kumimoji="1" lang="en" altLang="zh-CN" dirty="0" err="1"/>
              <a:t>filePath</a:t>
            </a:r>
            <a:r>
              <a:rPr kumimoji="1" lang="en" altLang="zh-CN" dirty="0"/>
              <a:t> = </a:t>
            </a:r>
            <a:r>
              <a:rPr kumimoji="1" lang="en" altLang="zh-CN" dirty="0" err="1"/>
              <a:t>Path.Combine</a:t>
            </a:r>
            <a:r>
              <a:rPr kumimoji="1" lang="en" altLang="zh-CN" dirty="0"/>
              <a:t>(</a:t>
            </a:r>
            <a:r>
              <a:rPr kumimoji="1" lang="en" altLang="zh-CN" dirty="0" err="1"/>
              <a:t>dir</a:t>
            </a:r>
            <a:r>
              <a:rPr kumimoji="1" lang="en" altLang="zh-CN" dirty="0"/>
              <a:t>, "</a:t>
            </a:r>
            <a:r>
              <a:rPr kumimoji="1" lang="en" altLang="zh-CN" dirty="0" err="1"/>
              <a:t>line.txt</a:t>
            </a:r>
            <a:r>
              <a:rPr kumimoji="1" lang="en" altLang="zh-CN" dirty="0"/>
              <a:t>");</a:t>
            </a:r>
          </a:p>
          <a:p>
            <a:r>
              <a:rPr kumimoji="1" lang="en" altLang="zh-CN" dirty="0" err="1"/>
              <a:t>File.WriteAllLines</a:t>
            </a:r>
            <a:r>
              <a:rPr kumimoji="1" lang="en" altLang="zh-CN" dirty="0"/>
              <a:t>(</a:t>
            </a:r>
            <a:r>
              <a:rPr kumimoji="1" lang="en" altLang="zh-CN" dirty="0" err="1"/>
              <a:t>filePath</a:t>
            </a:r>
            <a:r>
              <a:rPr kumimoji="1" lang="en" altLang="zh-CN" dirty="0"/>
              <a:t>, lines);</a:t>
            </a:r>
          </a:p>
          <a:p>
            <a:r>
              <a:rPr kumimoji="1" lang="en" altLang="zh-CN" dirty="0"/>
              <a:t>//</a:t>
            </a:r>
            <a:r>
              <a:rPr kumimoji="1" lang="zh-CN" altLang="en-US" dirty="0"/>
              <a:t>按行读取文本</a:t>
            </a:r>
          </a:p>
          <a:p>
            <a:r>
              <a:rPr kumimoji="1" lang="en" altLang="zh-CN" dirty="0"/>
              <a:t>foreach (var line in </a:t>
            </a:r>
            <a:r>
              <a:rPr kumimoji="1" lang="en" altLang="zh-CN" dirty="0" err="1"/>
              <a:t>File.ReadAllLines</a:t>
            </a:r>
            <a:r>
              <a:rPr kumimoji="1" lang="en" altLang="zh-CN" dirty="0"/>
              <a:t>(</a:t>
            </a:r>
            <a:r>
              <a:rPr kumimoji="1" lang="en" altLang="zh-CN" dirty="0" err="1"/>
              <a:t>filePath</a:t>
            </a:r>
            <a:r>
              <a:rPr kumimoji="1" lang="en" altLang="zh-CN" dirty="0"/>
              <a:t>))</a:t>
            </a:r>
          </a:p>
          <a:p>
            <a:r>
              <a:rPr kumimoji="1" lang="en" altLang="zh-CN" dirty="0"/>
              <a:t>    </a:t>
            </a:r>
            <a:r>
              <a:rPr kumimoji="1" lang="en" altLang="zh-CN" dirty="0" err="1"/>
              <a:t>Debug.Log</a:t>
            </a:r>
            <a:r>
              <a:rPr kumimoji="1" lang="en" altLang="zh-CN" dirty="0"/>
              <a:t>(line);</a:t>
            </a:r>
          </a:p>
          <a:p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CBAE844-418D-7128-8CEC-A585E4EC2241}"/>
              </a:ext>
            </a:extLst>
          </p:cNvPr>
          <p:cNvSpPr txBox="1"/>
          <p:nvPr/>
        </p:nvSpPr>
        <p:spPr>
          <a:xfrm>
            <a:off x="5742878" y="2857835"/>
            <a:ext cx="40446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File.WriteAllText</a:t>
            </a:r>
            <a:r>
              <a:rPr kumimoji="1" lang="en" altLang="zh-CN" dirty="0"/>
              <a:t>(</a:t>
            </a:r>
            <a:r>
              <a:rPr kumimoji="1" lang="en" altLang="zh-CN" dirty="0" err="1"/>
              <a:t>filePath</a:t>
            </a:r>
            <a:r>
              <a:rPr kumimoji="1" lang="en" altLang="zh-CN" dirty="0"/>
              <a:t>, </a:t>
            </a:r>
            <a:r>
              <a:rPr kumimoji="1" lang="en" altLang="zh-CN" dirty="0" err="1"/>
              <a:t>sb.ToString</a:t>
            </a:r>
            <a:r>
              <a:rPr kumimoji="1" lang="en" altLang="zh-CN" dirty="0"/>
              <a:t>());</a:t>
            </a:r>
          </a:p>
          <a:p>
            <a:r>
              <a:rPr kumimoji="1" lang="en" altLang="zh-CN" dirty="0"/>
              <a:t>//</a:t>
            </a:r>
            <a:r>
              <a:rPr kumimoji="1" lang="zh-CN" altLang="en-US" dirty="0"/>
              <a:t>按内容读取文本</a:t>
            </a:r>
          </a:p>
          <a:p>
            <a:r>
              <a:rPr kumimoji="1" lang="en" altLang="zh-CN" dirty="0" err="1"/>
              <a:t>Debug.Log</a:t>
            </a:r>
            <a:r>
              <a:rPr kumimoji="1" lang="en" altLang="zh-CN" dirty="0"/>
              <a:t>(</a:t>
            </a:r>
            <a:r>
              <a:rPr kumimoji="1" lang="en" altLang="zh-CN" dirty="0" err="1"/>
              <a:t>File.ReadAllText</a:t>
            </a:r>
            <a:r>
              <a:rPr kumimoji="1" lang="en" altLang="zh-CN" dirty="0"/>
              <a:t>(</a:t>
            </a:r>
            <a:r>
              <a:rPr kumimoji="1" lang="en" altLang="zh-CN" dirty="0" err="1"/>
              <a:t>filePath</a:t>
            </a:r>
            <a:r>
              <a:rPr kumimoji="1" lang="en" altLang="zh-CN" dirty="0"/>
              <a:t>));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573469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5ACD0F-F429-7697-6C15-C41166119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9.4.6</a:t>
            </a:r>
            <a:r>
              <a:rPr kumimoji="1" lang="zh-CN" altLang="en-US" dirty="0"/>
              <a:t> 文件流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4A0929-AC6B-2B3B-2715-9A9359DE3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29087"/>
          </a:xfrm>
        </p:spPr>
        <p:txBody>
          <a:bodyPr/>
          <a:lstStyle/>
          <a:p>
            <a:r>
              <a:rPr kumimoji="1" lang="zh-CN" altLang="en-US" dirty="0"/>
              <a:t>大文件通过文件流可以减少内存</a:t>
            </a:r>
            <a:endParaRPr kumimoji="1" lang="en-US" altLang="zh-CN" dirty="0"/>
          </a:p>
          <a:p>
            <a:r>
              <a:rPr kumimoji="1" lang="zh-CN" altLang="en-US" dirty="0"/>
              <a:t>通过一段固定长度的</a:t>
            </a:r>
            <a:r>
              <a:rPr kumimoji="1" lang="en-US" altLang="zh-CN" dirty="0"/>
              <a:t>buffer</a:t>
            </a:r>
            <a:r>
              <a:rPr kumimoji="1" lang="zh-CN" altLang="en-US" dirty="0"/>
              <a:t>一点点读和写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F59B58B-36B2-E33D-4C20-DB2EF131C6AB}"/>
              </a:ext>
            </a:extLst>
          </p:cNvPr>
          <p:cNvSpPr txBox="1"/>
          <p:nvPr/>
        </p:nvSpPr>
        <p:spPr>
          <a:xfrm>
            <a:off x="838200" y="2989649"/>
            <a:ext cx="6203942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using (</a:t>
            </a:r>
            <a:r>
              <a:rPr kumimoji="1" lang="en" altLang="zh-CN" dirty="0" err="1"/>
              <a:t>FileStream</a:t>
            </a:r>
            <a:r>
              <a:rPr kumimoji="1" lang="en" altLang="zh-CN" dirty="0"/>
              <a:t> fs = </a:t>
            </a:r>
            <a:r>
              <a:rPr kumimoji="1" lang="en" altLang="zh-CN" dirty="0" err="1"/>
              <a:t>File.Create</a:t>
            </a:r>
            <a:r>
              <a:rPr kumimoji="1" lang="en" altLang="zh-CN" dirty="0"/>
              <a:t>(</a:t>
            </a:r>
            <a:r>
              <a:rPr kumimoji="1" lang="en" altLang="zh-CN" dirty="0" err="1"/>
              <a:t>filePath</a:t>
            </a:r>
            <a:r>
              <a:rPr kumimoji="1" lang="en" altLang="zh-CN" dirty="0"/>
              <a:t>))</a:t>
            </a:r>
          </a:p>
          <a:p>
            <a:r>
              <a:rPr kumimoji="1" lang="en" altLang="zh-CN" dirty="0"/>
              <a:t>{</a:t>
            </a:r>
          </a:p>
          <a:p>
            <a:r>
              <a:rPr kumimoji="1" lang="en" altLang="zh-CN" dirty="0"/>
              <a:t>    for (int </a:t>
            </a:r>
            <a:r>
              <a:rPr kumimoji="1" lang="en" altLang="zh-CN" dirty="0" err="1"/>
              <a:t>i</a:t>
            </a:r>
            <a:r>
              <a:rPr kumimoji="1" lang="en" altLang="zh-CN" dirty="0"/>
              <a:t> = 0; </a:t>
            </a:r>
            <a:r>
              <a:rPr kumimoji="1" lang="en" altLang="zh-CN" dirty="0" err="1"/>
              <a:t>i</a:t>
            </a:r>
            <a:r>
              <a:rPr kumimoji="1" lang="en" altLang="zh-CN" dirty="0"/>
              <a:t> &lt; 10; </a:t>
            </a:r>
            <a:r>
              <a:rPr kumimoji="1" lang="en" altLang="zh-CN" dirty="0" err="1"/>
              <a:t>i</a:t>
            </a:r>
            <a:r>
              <a:rPr kumimoji="1" lang="en" altLang="zh-CN" dirty="0"/>
              <a:t>++)</a:t>
            </a:r>
          </a:p>
          <a:p>
            <a:r>
              <a:rPr kumimoji="1" lang="en" altLang="zh-CN" dirty="0"/>
              <a:t>    {</a:t>
            </a:r>
          </a:p>
          <a:p>
            <a:r>
              <a:rPr kumimoji="1" lang="en" altLang="zh-CN" dirty="0"/>
              <a:t>        string content = $"number {</a:t>
            </a:r>
            <a:r>
              <a:rPr kumimoji="1" lang="en" altLang="zh-CN" dirty="0" err="1"/>
              <a:t>i</a:t>
            </a:r>
            <a:r>
              <a:rPr kumimoji="1" lang="en" altLang="zh-CN" dirty="0"/>
              <a:t>}" + </a:t>
            </a:r>
            <a:r>
              <a:rPr kumimoji="1" lang="en" altLang="zh-CN" dirty="0" err="1"/>
              <a:t>Environment.NewLine</a:t>
            </a:r>
            <a:r>
              <a:rPr kumimoji="1" lang="en" altLang="zh-CN" dirty="0"/>
              <a:t>; </a:t>
            </a:r>
          </a:p>
          <a:p>
            <a:r>
              <a:rPr kumimoji="1" lang="en" altLang="zh-CN" dirty="0"/>
              <a:t>        byte[] info = Encoding.UTF8.GetBytes(content);</a:t>
            </a:r>
          </a:p>
          <a:p>
            <a:r>
              <a:rPr kumimoji="1" lang="en" altLang="zh-CN" dirty="0"/>
              <a:t>        </a:t>
            </a:r>
            <a:r>
              <a:rPr kumimoji="1" lang="en" altLang="zh-CN" dirty="0" err="1"/>
              <a:t>fs.Write</a:t>
            </a:r>
            <a:r>
              <a:rPr kumimoji="1" lang="en" altLang="zh-CN" dirty="0"/>
              <a:t>(info, 0, </a:t>
            </a:r>
            <a:r>
              <a:rPr kumimoji="1" lang="en" altLang="zh-CN" dirty="0" err="1"/>
              <a:t>info.Length</a:t>
            </a:r>
            <a:r>
              <a:rPr kumimoji="1" lang="en" altLang="zh-CN" dirty="0"/>
              <a:t>);</a:t>
            </a:r>
          </a:p>
          <a:p>
            <a:r>
              <a:rPr kumimoji="1" lang="en" altLang="zh-CN" dirty="0"/>
              <a:t>    }</a:t>
            </a:r>
          </a:p>
          <a:p>
            <a:r>
              <a:rPr kumimoji="1" lang="en" altLang="zh-CN" dirty="0"/>
              <a:t>    </a:t>
            </a:r>
            <a:r>
              <a:rPr kumimoji="1" lang="en" altLang="zh-CN" dirty="0" err="1"/>
              <a:t>fs.Flush</a:t>
            </a:r>
            <a:r>
              <a:rPr kumimoji="1" lang="en" altLang="zh-CN" dirty="0"/>
              <a:t>();</a:t>
            </a:r>
          </a:p>
          <a:p>
            <a:r>
              <a:rPr kumimoji="1" lang="en" altLang="zh-CN" dirty="0"/>
              <a:t>}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05242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BCF77C-927F-69AE-B7F0-BD33CDFEA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9.5</a:t>
            </a:r>
            <a:r>
              <a:rPr kumimoji="1" lang="zh-CN" altLang="en-US" dirty="0"/>
              <a:t> </a:t>
            </a:r>
            <a:r>
              <a:rPr kumimoji="1" lang="en-US" altLang="zh-CN" dirty="0"/>
              <a:t>XML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3F1E25-9921-102D-81F0-106485C36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CN" dirty="0"/>
              <a:t>XML</a:t>
            </a:r>
            <a:r>
              <a:rPr kumimoji="1" lang="zh-CN" altLang="en-US" dirty="0"/>
              <a:t>的全称是</a:t>
            </a:r>
            <a:r>
              <a:rPr kumimoji="1" lang="en" altLang="zh-CN" dirty="0"/>
              <a:t>extensible markup language</a:t>
            </a:r>
            <a:r>
              <a:rPr kumimoji="1" lang="zh-CN" altLang="en" dirty="0"/>
              <a:t>，</a:t>
            </a:r>
            <a:r>
              <a:rPr kumimoji="1" lang="zh-CN" altLang="en-US" dirty="0"/>
              <a:t>即可扩展标记语</a:t>
            </a:r>
            <a:endParaRPr kumimoji="1" lang="en-US" altLang="zh-CN" dirty="0"/>
          </a:p>
          <a:p>
            <a:r>
              <a:rPr kumimoji="1" lang="zh-CN" altLang="en-US" dirty="0"/>
              <a:t>以标签的形式来组织数据结构</a:t>
            </a:r>
          </a:p>
        </p:txBody>
      </p:sp>
    </p:spTree>
    <p:extLst>
      <p:ext uri="{BB962C8B-B14F-4D97-AF65-F5344CB8AC3E}">
        <p14:creationId xmlns:p14="http://schemas.microsoft.com/office/powerpoint/2010/main" val="3765441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BC366B-272F-B1A9-2C65-6D2017AD1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9.5.1</a:t>
            </a:r>
            <a:r>
              <a:rPr kumimoji="1" lang="zh-CN" altLang="en-US" dirty="0"/>
              <a:t> 创建</a:t>
            </a:r>
            <a:r>
              <a:rPr kumimoji="1" lang="en-US" altLang="zh-CN" dirty="0"/>
              <a:t>XML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FE0630-9292-EDDA-F257-24B48B450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83399"/>
          </a:xfrm>
        </p:spPr>
        <p:txBody>
          <a:bodyPr/>
          <a:lstStyle/>
          <a:p>
            <a:r>
              <a:rPr kumimoji="1" lang="zh-CN" altLang="en-US" dirty="0"/>
              <a:t>引入</a:t>
            </a:r>
            <a:r>
              <a:rPr kumimoji="1" lang="en-US" altLang="zh-CN" dirty="0" err="1"/>
              <a:t>System.Xml</a:t>
            </a:r>
            <a:r>
              <a:rPr kumimoji="1" lang="zh-CN" altLang="en-US" dirty="0"/>
              <a:t>命名空间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B0A4DF8-9CED-AD53-1F66-C91F53D391AA}"/>
              </a:ext>
            </a:extLst>
          </p:cNvPr>
          <p:cNvSpPr txBox="1"/>
          <p:nvPr/>
        </p:nvSpPr>
        <p:spPr>
          <a:xfrm>
            <a:off x="838200" y="2509024"/>
            <a:ext cx="7031092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//</a:t>
            </a:r>
            <a:r>
              <a:rPr kumimoji="1" lang="zh-CN" altLang="en-US" dirty="0"/>
              <a:t>创建</a:t>
            </a:r>
            <a:r>
              <a:rPr kumimoji="1" lang="en" altLang="zh-CN" dirty="0" err="1"/>
              <a:t>XmlDocument</a:t>
            </a:r>
            <a:endParaRPr kumimoji="1" lang="en" altLang="zh-CN" dirty="0"/>
          </a:p>
          <a:p>
            <a:r>
              <a:rPr kumimoji="1" lang="en" altLang="zh-CN" dirty="0" err="1"/>
              <a:t>XmlDocument</a:t>
            </a:r>
            <a:r>
              <a:rPr kumimoji="1" lang="en" altLang="zh-CN" dirty="0"/>
              <a:t> </a:t>
            </a:r>
            <a:r>
              <a:rPr kumimoji="1" lang="en" altLang="zh-CN" dirty="0" err="1"/>
              <a:t>xmlDoc</a:t>
            </a:r>
            <a:r>
              <a:rPr kumimoji="1" lang="en" altLang="zh-CN" dirty="0"/>
              <a:t> = new </a:t>
            </a:r>
            <a:r>
              <a:rPr kumimoji="1" lang="en" altLang="zh-CN" dirty="0" err="1"/>
              <a:t>XmlDocument</a:t>
            </a:r>
            <a:r>
              <a:rPr kumimoji="1" lang="en" altLang="zh-CN" dirty="0"/>
              <a:t>();</a:t>
            </a:r>
          </a:p>
          <a:p>
            <a:r>
              <a:rPr kumimoji="1" lang="en" altLang="zh-CN" dirty="0" err="1"/>
              <a:t>XmlDeclaration</a:t>
            </a:r>
            <a:r>
              <a:rPr kumimoji="1" lang="en" altLang="zh-CN" dirty="0"/>
              <a:t> </a:t>
            </a:r>
            <a:r>
              <a:rPr kumimoji="1" lang="en" altLang="zh-CN" dirty="0" err="1"/>
              <a:t>xmlDeclaration</a:t>
            </a:r>
            <a:r>
              <a:rPr kumimoji="1" lang="en" altLang="zh-CN" dirty="0"/>
              <a:t> = </a:t>
            </a:r>
            <a:r>
              <a:rPr kumimoji="1" lang="en" altLang="zh-CN" dirty="0" err="1"/>
              <a:t>xmlDoc.CreateXmlDeclaration</a:t>
            </a:r>
            <a:r>
              <a:rPr kumimoji="1" lang="en" altLang="zh-CN" dirty="0"/>
              <a:t>("1.0",</a:t>
            </a:r>
          </a:p>
          <a:p>
            <a:r>
              <a:rPr kumimoji="1" lang="en" altLang="zh-CN" dirty="0"/>
              <a:t>	"UTF-8", null);</a:t>
            </a:r>
          </a:p>
          <a:p>
            <a:r>
              <a:rPr kumimoji="1" lang="en" altLang="zh-CN" dirty="0" err="1"/>
              <a:t>xmlDoc.AppendChild</a:t>
            </a:r>
            <a:r>
              <a:rPr kumimoji="1" lang="en" altLang="zh-CN" dirty="0"/>
              <a:t>(</a:t>
            </a:r>
            <a:r>
              <a:rPr kumimoji="1" lang="en" altLang="zh-CN" dirty="0" err="1"/>
              <a:t>xmlDeclaration</a:t>
            </a:r>
            <a:r>
              <a:rPr kumimoji="1" lang="en" altLang="zh-CN" dirty="0"/>
              <a:t>);</a:t>
            </a:r>
          </a:p>
          <a:p>
            <a:endParaRPr kumimoji="1" lang="en" altLang="zh-CN" dirty="0"/>
          </a:p>
          <a:p>
            <a:r>
              <a:rPr kumimoji="1" lang="en" altLang="zh-CN" dirty="0"/>
              <a:t>//</a:t>
            </a:r>
            <a:r>
              <a:rPr kumimoji="1" lang="zh-CN" altLang="en-US" dirty="0"/>
              <a:t>在节点中写入数据</a:t>
            </a:r>
          </a:p>
          <a:p>
            <a:r>
              <a:rPr kumimoji="1" lang="en" altLang="zh-CN" dirty="0" err="1"/>
              <a:t>XmlElement</a:t>
            </a:r>
            <a:r>
              <a:rPr kumimoji="1" lang="en" altLang="zh-CN" dirty="0"/>
              <a:t> root = </a:t>
            </a:r>
            <a:r>
              <a:rPr kumimoji="1" lang="en" altLang="zh-CN" dirty="0" err="1"/>
              <a:t>xmlDoc.CreateElement</a:t>
            </a:r>
            <a:r>
              <a:rPr kumimoji="1" lang="en" altLang="zh-CN" dirty="0"/>
              <a:t>("</a:t>
            </a:r>
            <a:r>
              <a:rPr kumimoji="1" lang="en" altLang="zh-CN" dirty="0" err="1"/>
              <a:t>XmlRoot</a:t>
            </a:r>
            <a:r>
              <a:rPr kumimoji="1" lang="en" altLang="zh-CN" dirty="0"/>
              <a:t>");</a:t>
            </a:r>
          </a:p>
          <a:p>
            <a:r>
              <a:rPr kumimoji="1" lang="en" altLang="zh-CN" dirty="0" err="1"/>
              <a:t>xmlDoc.AppendChild</a:t>
            </a:r>
            <a:r>
              <a:rPr kumimoji="1" lang="en" altLang="zh-CN" dirty="0"/>
              <a:t>(root);</a:t>
            </a:r>
          </a:p>
          <a:p>
            <a:r>
              <a:rPr kumimoji="1" lang="en" altLang="zh-CN" dirty="0" err="1"/>
              <a:t>XmlElement</a:t>
            </a:r>
            <a:r>
              <a:rPr kumimoji="1" lang="en" altLang="zh-CN" dirty="0"/>
              <a:t> group = </a:t>
            </a:r>
            <a:r>
              <a:rPr kumimoji="1" lang="en" altLang="zh-CN" dirty="0" err="1"/>
              <a:t>xmlDoc.CreateElement</a:t>
            </a:r>
            <a:r>
              <a:rPr kumimoji="1" lang="en" altLang="zh-CN" dirty="0"/>
              <a:t>("Group");</a:t>
            </a:r>
          </a:p>
          <a:p>
            <a:r>
              <a:rPr kumimoji="1" lang="en" altLang="zh-CN" dirty="0" err="1"/>
              <a:t>group.SetAttribute</a:t>
            </a:r>
            <a:r>
              <a:rPr kumimoji="1" lang="en" altLang="zh-CN" dirty="0"/>
              <a:t>("username", "</a:t>
            </a:r>
            <a:r>
              <a:rPr kumimoji="1" lang="zh-CN" altLang="en-US" dirty="0"/>
              <a:t>雨松</a:t>
            </a:r>
            <a:r>
              <a:rPr kumimoji="1" lang="en" altLang="zh-CN" dirty="0" err="1"/>
              <a:t>momo</a:t>
            </a:r>
            <a:r>
              <a:rPr kumimoji="1" lang="en" altLang="zh-CN" dirty="0"/>
              <a:t>");</a:t>
            </a:r>
          </a:p>
          <a:p>
            <a:r>
              <a:rPr kumimoji="1" lang="en" altLang="zh-CN" dirty="0" err="1"/>
              <a:t>group.SetAttribute</a:t>
            </a:r>
            <a:r>
              <a:rPr kumimoji="1" lang="en" altLang="zh-CN" dirty="0"/>
              <a:t>("password", "123456");</a:t>
            </a:r>
          </a:p>
          <a:p>
            <a:r>
              <a:rPr kumimoji="1" lang="en" altLang="zh-CN" dirty="0" err="1"/>
              <a:t>root.AppendChild</a:t>
            </a:r>
            <a:r>
              <a:rPr kumimoji="1" lang="en" altLang="zh-CN" dirty="0"/>
              <a:t>(group);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773629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8E1426-58A0-142D-F79B-18CB62697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9.5.2</a:t>
            </a:r>
            <a:r>
              <a:rPr kumimoji="1" lang="zh-CN" altLang="en-US" dirty="0"/>
              <a:t> 读取与修改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3E4D74-3CCD-4EDF-6D37-1BEBFB2AE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63985"/>
          </a:xfrm>
        </p:spPr>
        <p:txBody>
          <a:bodyPr/>
          <a:lstStyle/>
          <a:p>
            <a:r>
              <a:rPr kumimoji="1" lang="zh-CN" altLang="en-US" dirty="0"/>
              <a:t>创建</a:t>
            </a:r>
            <a:r>
              <a:rPr kumimoji="1" lang="en" altLang="zh-CN" dirty="0" err="1"/>
              <a:t>XmlDocument</a:t>
            </a:r>
            <a:r>
              <a:rPr kumimoji="1" lang="zh-CN" altLang="en-US" dirty="0"/>
              <a:t>对象后，需要读取</a:t>
            </a:r>
            <a:r>
              <a:rPr kumimoji="1" lang="en" altLang="zh-CN" dirty="0"/>
              <a:t>XML</a:t>
            </a:r>
            <a:r>
              <a:rPr kumimoji="1" lang="zh-CN" altLang="en-US" dirty="0"/>
              <a:t>文件。</a:t>
            </a:r>
          </a:p>
          <a:p>
            <a:r>
              <a:rPr kumimoji="1" lang="zh-CN" altLang="en-US" dirty="0"/>
              <a:t>通过循环，可以遍历所有子节点并对它们进行修改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0EB69F7-7710-0B7B-4024-112DD5D9B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425" y="3211552"/>
            <a:ext cx="10353235" cy="248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3602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9AFE7B-CBA6-4114-EF0E-4EC8A152C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9.5.3 XML</a:t>
            </a:r>
            <a:r>
              <a:rPr kumimoji="1" lang="zh-CN" altLang="en-US" dirty="0"/>
              <a:t>文件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79E8BCB-9BE5-67A6-CA25-2D8C322A08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3829"/>
          </a:xfrm>
        </p:spPr>
        <p:txBody>
          <a:bodyPr/>
          <a:lstStyle/>
          <a:p>
            <a:r>
              <a:rPr kumimoji="1" lang="en" altLang="zh-CN" dirty="0" err="1"/>
              <a:t>XmlDocument</a:t>
            </a:r>
            <a:r>
              <a:rPr kumimoji="1" lang="zh-CN" altLang="en-US" dirty="0"/>
              <a:t>类也提供了从文件中读写</a:t>
            </a:r>
            <a:r>
              <a:rPr kumimoji="1" lang="en-US" altLang="zh-CN" dirty="0"/>
              <a:t>XML</a:t>
            </a:r>
            <a:r>
              <a:rPr kumimoji="1" lang="zh-CN" altLang="en-US" dirty="0"/>
              <a:t>代码到本地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F67A3FF-758F-91F8-ED23-DACA2445E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821" y="2613373"/>
            <a:ext cx="6802470" cy="354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8558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97FD48-B7E1-3A60-146D-526689867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9.5.4</a:t>
            </a:r>
            <a:r>
              <a:rPr kumimoji="1" lang="zh-CN" altLang="en-US" dirty="0"/>
              <a:t> </a:t>
            </a:r>
            <a:r>
              <a:rPr kumimoji="1" lang="en-US" altLang="zh-CN" dirty="0"/>
              <a:t>XML</a:t>
            </a:r>
            <a:r>
              <a:rPr kumimoji="1" lang="zh-CN" altLang="en-US" dirty="0"/>
              <a:t>与</a:t>
            </a:r>
            <a:r>
              <a:rPr kumimoji="1" lang="en-US" altLang="zh-CN" dirty="0"/>
              <a:t>JSON</a:t>
            </a:r>
            <a:r>
              <a:rPr kumimoji="1" lang="zh-CN" altLang="en-US" dirty="0"/>
              <a:t>转换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9A4671-4B1F-B0F0-E0D6-4CA55AF78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04980"/>
          </a:xfrm>
        </p:spPr>
        <p:txBody>
          <a:bodyPr/>
          <a:lstStyle/>
          <a:p>
            <a:r>
              <a:rPr kumimoji="1" lang="zh-CN" altLang="en-US" dirty="0"/>
              <a:t>使用</a:t>
            </a:r>
            <a:r>
              <a:rPr kumimoji="1" lang="en" altLang="zh-CN" dirty="0" err="1"/>
              <a:t>Newtonsoft</a:t>
            </a:r>
            <a:r>
              <a:rPr kumimoji="1" lang="en" altLang="zh-CN" dirty="0"/>
              <a:t> </a:t>
            </a:r>
            <a:r>
              <a:rPr kumimoji="1" lang="en" altLang="zh-CN" dirty="0" err="1"/>
              <a:t>Json</a:t>
            </a:r>
            <a:r>
              <a:rPr kumimoji="1" lang="zh-CN" altLang="en-US" dirty="0"/>
              <a:t>就可以对</a:t>
            </a:r>
            <a:r>
              <a:rPr kumimoji="1" lang="en" altLang="zh-CN" dirty="0"/>
              <a:t>XML</a:t>
            </a:r>
            <a:r>
              <a:rPr kumimoji="1" lang="zh-CN" altLang="en-US" dirty="0"/>
              <a:t>和</a:t>
            </a:r>
            <a:r>
              <a:rPr kumimoji="1" lang="en" altLang="zh-CN" dirty="0"/>
              <a:t>JSON</a:t>
            </a:r>
            <a:r>
              <a:rPr kumimoji="1" lang="zh-CN" altLang="en-US" dirty="0"/>
              <a:t>进行相互转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BFCAFA0-35D2-6FFB-56BC-E3189FC49C8A}"/>
              </a:ext>
            </a:extLst>
          </p:cNvPr>
          <p:cNvSpPr txBox="1"/>
          <p:nvPr/>
        </p:nvSpPr>
        <p:spPr>
          <a:xfrm>
            <a:off x="838200" y="2653990"/>
            <a:ext cx="605646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//XML</a:t>
            </a:r>
            <a:r>
              <a:rPr kumimoji="1" lang="zh-CN" altLang="en-US" dirty="0"/>
              <a:t>转</a:t>
            </a:r>
            <a:r>
              <a:rPr kumimoji="1" lang="en" altLang="zh-CN" dirty="0"/>
              <a:t>JSON</a:t>
            </a:r>
          </a:p>
          <a:p>
            <a:r>
              <a:rPr kumimoji="1" lang="en" altLang="zh-CN" dirty="0"/>
              <a:t>string </a:t>
            </a:r>
            <a:r>
              <a:rPr kumimoji="1" lang="en" altLang="zh-CN" dirty="0" err="1"/>
              <a:t>json</a:t>
            </a:r>
            <a:r>
              <a:rPr kumimoji="1" lang="en" altLang="zh-CN" dirty="0"/>
              <a:t> = </a:t>
            </a:r>
            <a:r>
              <a:rPr kumimoji="1" lang="en" altLang="zh-CN" dirty="0" err="1"/>
              <a:t>JsonConvert.SerializeXmlNode</a:t>
            </a:r>
            <a:r>
              <a:rPr kumimoji="1" lang="en" altLang="zh-CN" dirty="0"/>
              <a:t>(doc);</a:t>
            </a:r>
          </a:p>
          <a:p>
            <a:r>
              <a:rPr kumimoji="1" lang="en" altLang="zh-CN" dirty="0" err="1"/>
              <a:t>Debug.Log</a:t>
            </a:r>
            <a:r>
              <a:rPr kumimoji="1" lang="en" altLang="zh-CN" dirty="0"/>
              <a:t>(</a:t>
            </a:r>
            <a:r>
              <a:rPr kumimoji="1" lang="en" altLang="zh-CN" dirty="0" err="1"/>
              <a:t>json</a:t>
            </a:r>
            <a:r>
              <a:rPr kumimoji="1" lang="en" altLang="zh-CN" dirty="0"/>
              <a:t>);</a:t>
            </a:r>
          </a:p>
          <a:p>
            <a:endParaRPr kumimoji="1" lang="en" altLang="zh-CN" dirty="0"/>
          </a:p>
          <a:p>
            <a:r>
              <a:rPr kumimoji="1" lang="en" altLang="zh-CN" dirty="0"/>
              <a:t>//JSON</a:t>
            </a:r>
            <a:r>
              <a:rPr kumimoji="1" lang="zh-CN" altLang="en-US" dirty="0"/>
              <a:t>转</a:t>
            </a:r>
            <a:r>
              <a:rPr kumimoji="1" lang="en" altLang="zh-CN" dirty="0"/>
              <a:t>XML</a:t>
            </a:r>
          </a:p>
          <a:p>
            <a:r>
              <a:rPr kumimoji="1" lang="en" altLang="zh-CN" dirty="0"/>
              <a:t>string xml = </a:t>
            </a:r>
            <a:r>
              <a:rPr kumimoji="1" lang="en" altLang="zh-CN" dirty="0" err="1"/>
              <a:t>JsonConvert.DeserializeXNode</a:t>
            </a:r>
            <a:r>
              <a:rPr kumimoji="1" lang="en" altLang="zh-CN" dirty="0"/>
              <a:t>(</a:t>
            </a:r>
            <a:r>
              <a:rPr kumimoji="1" lang="en" altLang="zh-CN" dirty="0" err="1"/>
              <a:t>json</a:t>
            </a:r>
            <a:r>
              <a:rPr kumimoji="1" lang="en" altLang="zh-CN" dirty="0"/>
              <a:t>).</a:t>
            </a:r>
            <a:r>
              <a:rPr kumimoji="1" lang="en" altLang="zh-CN" dirty="0" err="1"/>
              <a:t>ToString</a:t>
            </a:r>
            <a:r>
              <a:rPr kumimoji="1" lang="en" altLang="zh-CN" dirty="0"/>
              <a:t>();</a:t>
            </a:r>
          </a:p>
          <a:p>
            <a:r>
              <a:rPr kumimoji="1" lang="en" altLang="zh-CN" dirty="0" err="1"/>
              <a:t>Debug.Log</a:t>
            </a:r>
            <a:r>
              <a:rPr kumimoji="1" lang="en" altLang="zh-CN" dirty="0"/>
              <a:t>(xml);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840896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20150E-BA86-EEE0-A0B0-EC86E0682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9.6 YAML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1BDBE1-6E9C-65C4-7FD6-9EAA68EAE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/>
          <a:lstStyle/>
          <a:p>
            <a:r>
              <a:rPr kumimoji="1" lang="en-US" altLang="zh-CN" dirty="0"/>
              <a:t>JSON</a:t>
            </a:r>
            <a:r>
              <a:rPr kumimoji="1" lang="zh-CN" altLang="en-US" dirty="0"/>
              <a:t>和</a:t>
            </a:r>
            <a:r>
              <a:rPr kumimoji="1" lang="en-US" altLang="zh-CN" dirty="0"/>
              <a:t>XML</a:t>
            </a:r>
            <a:r>
              <a:rPr kumimoji="1" lang="zh-CN" altLang="en-US" dirty="0"/>
              <a:t>可读性差</a:t>
            </a:r>
            <a:endParaRPr kumimoji="1" lang="en-US" altLang="zh-CN" dirty="0"/>
          </a:p>
          <a:p>
            <a:r>
              <a:rPr kumimoji="1" lang="zh-CN" altLang="en-US" dirty="0"/>
              <a:t>数据结构要求严格</a:t>
            </a:r>
            <a:endParaRPr kumimoji="1" lang="en-US" altLang="zh-CN" dirty="0"/>
          </a:p>
          <a:p>
            <a:r>
              <a:rPr kumimoji="1" lang="en-US" altLang="zh-CN" dirty="0"/>
              <a:t>YAML</a:t>
            </a:r>
            <a:r>
              <a:rPr kumimoji="1" lang="zh-CN" altLang="en-US" dirty="0"/>
              <a:t>可读性好，修改也容易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7057EAB-8AEA-DD14-B618-2C5C3648A7CD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001" y="3727062"/>
            <a:ext cx="4393736" cy="232804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619698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9EF06C-9739-9F52-1A11-3CF5F8AA1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9.6.1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YamlDotNet</a:t>
            </a:r>
            <a:endParaRPr kumimoji="1"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99EBC8C-B363-3992-2EE7-1490F1040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28004"/>
          </a:xfrm>
        </p:spPr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 err="1"/>
              <a:t>YamlDotNet</a:t>
            </a:r>
            <a:r>
              <a:rPr lang="zh-CN" altLang="en-US" dirty="0"/>
              <a:t>库</a:t>
            </a:r>
          </a:p>
        </p:txBody>
      </p:sp>
      <p:pic>
        <p:nvPicPr>
          <p:cNvPr id="7" name="内容占位符 3">
            <a:extLst>
              <a:ext uri="{FF2B5EF4-FFF2-40B4-BE49-F238E27FC236}">
                <a16:creationId xmlns:a16="http://schemas.microsoft.com/office/drawing/2014/main" id="{DBA38C8C-12CD-2D02-21F1-70E189D3ED16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861" y="2553628"/>
            <a:ext cx="5414846" cy="37579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67475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C5B810-8FD5-00CE-20B9-6242A0462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9.6.2</a:t>
            </a:r>
            <a:r>
              <a:rPr kumimoji="1" lang="zh-CN" altLang="en-US" dirty="0"/>
              <a:t> 序列化和反序列化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CEDE0CA-8814-4A37-8DD7-7F539C91EC1A}"/>
              </a:ext>
            </a:extLst>
          </p:cNvPr>
          <p:cNvSpPr txBox="1"/>
          <p:nvPr/>
        </p:nvSpPr>
        <p:spPr>
          <a:xfrm>
            <a:off x="0" y="1859339"/>
            <a:ext cx="7790915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	//</a:t>
            </a:r>
            <a:r>
              <a:rPr lang="zh-CN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序列化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YAML</a:t>
            </a:r>
            <a:r>
              <a:rPr lang="zh-CN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字符串</a:t>
            </a:r>
          </a:p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		Serializer serializer = new Serializer();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		string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yaml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serializer.Serialize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(data);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Debug.LogFormat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("serializer : \n{0}",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yaml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		//</a:t>
            </a:r>
            <a:r>
              <a:rPr lang="zh-CN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反序列化成类对象</a:t>
            </a:r>
          </a:p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Deserializer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deserializer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= new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Deserializer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();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		Data data1 = 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deserializer.Deserialize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&lt;Data&gt;(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yaml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Debug.LogFormat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("</a:t>
            </a:r>
            <a:r>
              <a:rPr lang="en-US" altLang="zh-CN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deserializer</a:t>
            </a:r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 : name={0} password={1}",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			data1.name, data1.password);</a:t>
            </a:r>
            <a:endParaRPr lang="zh-CN" altLang="zh-CN" sz="1800" kern="100" dirty="0">
              <a:effectLst/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kumimoji="1"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31DECCE-715E-DEC9-5205-ECC78C03E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3635" y="721112"/>
            <a:ext cx="3860165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2581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34E2CF-FB83-D052-5862-8D54AA611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9.7</a:t>
            </a:r>
            <a:r>
              <a:rPr kumimoji="1" lang="zh-CN" altLang="en-US" dirty="0"/>
              <a:t> 生成代码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A5FB02-E6EC-1166-71F1-6F7A97D5C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49946"/>
          </a:xfrm>
        </p:spPr>
        <p:txBody>
          <a:bodyPr/>
          <a:lstStyle/>
          <a:p>
            <a:r>
              <a:rPr kumimoji="1" lang="zh-CN" altLang="en-US" dirty="0"/>
              <a:t>将</a:t>
            </a:r>
            <a:r>
              <a:rPr kumimoji="1" lang="en-US" altLang="zh-CN" dirty="0"/>
              <a:t>Excel</a:t>
            </a:r>
            <a:r>
              <a:rPr kumimoji="1" lang="zh-CN" altLang="en-US" dirty="0"/>
              <a:t>生成对应代码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9FE3AC4-693E-20DB-961A-7F6A7BB2E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180" y="3539320"/>
            <a:ext cx="8433994" cy="263295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FA8036A-290E-38FB-76DA-DC4BF54ECA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177" y="103396"/>
            <a:ext cx="5274310" cy="322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5048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CACCF0-13BB-C051-56D3-F933A367D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9.7.2</a:t>
            </a:r>
            <a:r>
              <a:rPr kumimoji="1" lang="zh-CN" altLang="en-US" dirty="0"/>
              <a:t> 读取数据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A159CB-4CD0-3D6E-BED5-2C30A94B6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16131"/>
          </a:xfrm>
        </p:spPr>
        <p:txBody>
          <a:bodyPr/>
          <a:lstStyle/>
          <a:p>
            <a:r>
              <a:rPr kumimoji="1" lang="zh-CN" altLang="en-US" dirty="0"/>
              <a:t>运行时从</a:t>
            </a:r>
            <a:r>
              <a:rPr kumimoji="1" lang="en-US" altLang="zh-CN" dirty="0"/>
              <a:t>SQL</a:t>
            </a:r>
            <a:r>
              <a:rPr kumimoji="1" lang="zh-CN" altLang="en-US" dirty="0"/>
              <a:t>中读取数据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5F82D5E-1DB1-39AC-993D-1D9D0E20DD77}"/>
              </a:ext>
            </a:extLst>
          </p:cNvPr>
          <p:cNvSpPr txBox="1"/>
          <p:nvPr/>
        </p:nvSpPr>
        <p:spPr>
          <a:xfrm>
            <a:off x="992459" y="2806932"/>
            <a:ext cx="745268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//</a:t>
            </a:r>
            <a:r>
              <a:rPr kumimoji="1" lang="zh-CN" altLang="en-US" dirty="0"/>
              <a:t>读取数据库</a:t>
            </a:r>
          </a:p>
          <a:p>
            <a:r>
              <a:rPr kumimoji="1" lang="en" altLang="zh-CN" dirty="0"/>
              <a:t>var </a:t>
            </a:r>
            <a:r>
              <a:rPr kumimoji="1" lang="en" altLang="zh-CN" dirty="0" err="1"/>
              <a:t>db</a:t>
            </a:r>
            <a:r>
              <a:rPr kumimoji="1" lang="en" altLang="zh-CN" dirty="0"/>
              <a:t> = new </a:t>
            </a:r>
            <a:r>
              <a:rPr kumimoji="1" lang="en" altLang="zh-CN" dirty="0" err="1"/>
              <a:t>SQLiteConnection</a:t>
            </a:r>
            <a:r>
              <a:rPr kumimoji="1" lang="en" altLang="zh-CN" dirty="0"/>
              <a:t>(</a:t>
            </a:r>
            <a:r>
              <a:rPr kumimoji="1" lang="en" altLang="zh-CN" dirty="0" err="1"/>
              <a:t>databasePath</a:t>
            </a:r>
            <a:r>
              <a:rPr kumimoji="1" lang="en" altLang="zh-CN" dirty="0"/>
              <a:t>);</a:t>
            </a:r>
          </a:p>
          <a:p>
            <a:r>
              <a:rPr kumimoji="1" lang="en" altLang="zh-CN" dirty="0"/>
              <a:t>//</a:t>
            </a:r>
            <a:r>
              <a:rPr kumimoji="1" lang="zh-CN" altLang="en-US" dirty="0"/>
              <a:t>通过生成的类直接读取数据</a:t>
            </a:r>
          </a:p>
          <a:p>
            <a:r>
              <a:rPr kumimoji="1" lang="en" altLang="zh-CN" dirty="0"/>
              <a:t>var hero = </a:t>
            </a:r>
            <a:r>
              <a:rPr kumimoji="1" lang="en" altLang="zh-CN" dirty="0" err="1"/>
              <a:t>Hero.Get</a:t>
            </a:r>
            <a:r>
              <a:rPr kumimoji="1" lang="en" altLang="zh-CN" dirty="0"/>
              <a:t>(</a:t>
            </a:r>
            <a:r>
              <a:rPr kumimoji="1" lang="en" altLang="zh-CN" dirty="0" err="1"/>
              <a:t>db</a:t>
            </a:r>
            <a:r>
              <a:rPr kumimoji="1" lang="en" altLang="zh-CN" dirty="0"/>
              <a:t>, 1);</a:t>
            </a:r>
          </a:p>
          <a:p>
            <a:r>
              <a:rPr kumimoji="1" lang="en" altLang="zh-CN" dirty="0"/>
              <a:t>var item = </a:t>
            </a:r>
            <a:r>
              <a:rPr kumimoji="1" lang="en" altLang="zh-CN" dirty="0" err="1"/>
              <a:t>Item.Get</a:t>
            </a:r>
            <a:r>
              <a:rPr kumimoji="1" lang="en" altLang="zh-CN" dirty="0"/>
              <a:t>(</a:t>
            </a:r>
            <a:r>
              <a:rPr kumimoji="1" lang="en" altLang="zh-CN" dirty="0" err="1"/>
              <a:t>db</a:t>
            </a:r>
            <a:r>
              <a:rPr kumimoji="1" lang="en" altLang="zh-CN" dirty="0"/>
              <a:t>, 2);</a:t>
            </a:r>
          </a:p>
          <a:p>
            <a:r>
              <a:rPr kumimoji="1" lang="en" altLang="zh-CN" dirty="0" err="1"/>
              <a:t>HeroText.text</a:t>
            </a:r>
            <a:r>
              <a:rPr kumimoji="1" lang="en" altLang="zh-CN" dirty="0"/>
              <a:t> = $"id = {</a:t>
            </a:r>
            <a:r>
              <a:rPr kumimoji="1" lang="en" altLang="zh-CN" dirty="0" err="1"/>
              <a:t>hero.ID</a:t>
            </a:r>
            <a:r>
              <a:rPr kumimoji="1" lang="en" altLang="zh-CN" dirty="0"/>
              <a:t>} name={</a:t>
            </a:r>
            <a:r>
              <a:rPr kumimoji="1" lang="en" altLang="zh-CN" dirty="0" err="1"/>
              <a:t>hero.Name</a:t>
            </a:r>
            <a:r>
              <a:rPr kumimoji="1" lang="en" altLang="zh-CN" dirty="0"/>
              <a:t>} value ={</a:t>
            </a:r>
            <a:r>
              <a:rPr kumimoji="1" lang="en" altLang="zh-CN" dirty="0" err="1"/>
              <a:t>hero.Value</a:t>
            </a:r>
            <a:r>
              <a:rPr kumimoji="1" lang="en" altLang="zh-CN" dirty="0"/>
              <a:t>}";</a:t>
            </a:r>
          </a:p>
          <a:p>
            <a:r>
              <a:rPr kumimoji="1" lang="en" altLang="zh-CN" dirty="0" err="1"/>
              <a:t>ItemText.text</a:t>
            </a:r>
            <a:r>
              <a:rPr kumimoji="1" lang="en" altLang="zh-CN" dirty="0"/>
              <a:t> = $"id = {</a:t>
            </a:r>
            <a:r>
              <a:rPr kumimoji="1" lang="en" altLang="zh-CN" dirty="0" err="1"/>
              <a:t>item.ID</a:t>
            </a:r>
            <a:r>
              <a:rPr kumimoji="1" lang="en" altLang="zh-CN" dirty="0"/>
              <a:t>} name={</a:t>
            </a:r>
            <a:r>
              <a:rPr kumimoji="1" lang="en" altLang="zh-CN" dirty="0" err="1"/>
              <a:t>item.Name</a:t>
            </a:r>
            <a:r>
              <a:rPr kumimoji="1" lang="en" altLang="zh-CN" dirty="0"/>
              <a:t>} value ={</a:t>
            </a:r>
            <a:r>
              <a:rPr kumimoji="1" lang="en" altLang="zh-CN" dirty="0" err="1"/>
              <a:t>item.Value</a:t>
            </a:r>
            <a:r>
              <a:rPr kumimoji="1" lang="en" altLang="zh-CN" dirty="0"/>
              <a:t>}";</a:t>
            </a:r>
          </a:p>
          <a:p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676684F-436D-B478-0CC6-73B56C157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275" y="629920"/>
            <a:ext cx="3935730" cy="2391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9971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7B629E-BCF6-3D67-B61F-C24EE1190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9.7.3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RazorEngine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3F0255-FAA7-BCD9-0D6C-7C4AC43114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1754325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大量代码可以用</a:t>
            </a:r>
            <a:r>
              <a:rPr kumimoji="1" lang="en-US" altLang="zh-CN" dirty="0" err="1"/>
              <a:t>RazorEngine</a:t>
            </a:r>
            <a:endParaRPr kumimoji="1" lang="en-US" altLang="zh-CN" dirty="0"/>
          </a:p>
          <a:p>
            <a:r>
              <a:rPr kumimoji="1" lang="zh-CN" altLang="en-US" dirty="0"/>
              <a:t>模版完成动态替换</a:t>
            </a:r>
            <a:endParaRPr kumimoji="1" lang="en-US" altLang="zh-CN" dirty="0"/>
          </a:p>
          <a:p>
            <a:r>
              <a:rPr kumimoji="1" lang="zh-CN" altLang="en-US" dirty="0"/>
              <a:t>在</a:t>
            </a:r>
            <a:r>
              <a:rPr kumimoji="1" lang="en-US" altLang="zh-CN" dirty="0"/>
              <a:t>@{ }</a:t>
            </a:r>
            <a:r>
              <a:rPr kumimoji="1" lang="zh-CN" altLang="en-US" dirty="0"/>
              <a:t>中间可以直接写</a:t>
            </a:r>
            <a:r>
              <a:rPr kumimoji="1" lang="en" altLang="zh-CN" dirty="0"/>
              <a:t>foreach</a:t>
            </a:r>
            <a:r>
              <a:rPr kumimoji="1" lang="zh-CN" altLang="en-US" dirty="0"/>
              <a:t>和</a:t>
            </a:r>
            <a:r>
              <a:rPr kumimoji="1" lang="en" altLang="zh-CN" dirty="0"/>
              <a:t>if else</a:t>
            </a:r>
            <a:r>
              <a:rPr kumimoji="1" lang="zh-CN" altLang="en-US" dirty="0"/>
              <a:t>这样的逻辑条件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42CFC77-F297-7C4D-3CC5-646BBCE985A2}"/>
              </a:ext>
            </a:extLst>
          </p:cNvPr>
          <p:cNvSpPr txBox="1"/>
          <p:nvPr/>
        </p:nvSpPr>
        <p:spPr>
          <a:xfrm>
            <a:off x="838200" y="3780264"/>
            <a:ext cx="609971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 string template =</a:t>
            </a:r>
          </a:p>
          <a:p>
            <a:r>
              <a:rPr lang="zh-CN" altLang="en-US" dirty="0"/>
              <a:t>        "public class @Model.Name\n" +</a:t>
            </a:r>
          </a:p>
          <a:p>
            <a:r>
              <a:rPr lang="zh-CN" altLang="en-US" dirty="0"/>
              <a:t>        "{\n" +</a:t>
            </a:r>
          </a:p>
          <a:p>
            <a:r>
              <a:rPr lang="zh-CN" altLang="en-US" dirty="0"/>
              <a:t>        "\tpublic int @Model.Name1=@Model.Value1\n" +</a:t>
            </a:r>
          </a:p>
          <a:p>
            <a:r>
              <a:rPr lang="zh-CN" altLang="en-US" dirty="0"/>
              <a:t>        "\tpublic int @Model.Name2=@Model.Value2;\n" +</a:t>
            </a:r>
          </a:p>
          <a:p>
            <a:r>
              <a:rPr lang="zh-CN" altLang="en-US" dirty="0"/>
              <a:t>        "}\n";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6450DE9-DF3D-BC5E-DB13-73D92F74A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0766" y="602456"/>
            <a:ext cx="2654300" cy="85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86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1351</Words>
  <Application>Microsoft Macintosh PowerPoint</Application>
  <PresentationFormat>宽屏</PresentationFormat>
  <Paragraphs>201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5" baseType="lpstr">
      <vt:lpstr>DengXian</vt:lpstr>
      <vt:lpstr>DengXian</vt:lpstr>
      <vt:lpstr>等线 Light</vt:lpstr>
      <vt:lpstr>Arial</vt:lpstr>
      <vt:lpstr>Office 主题​​</vt:lpstr>
      <vt:lpstr>Unity3D游戏开发第三版</vt:lpstr>
      <vt:lpstr>第9章</vt:lpstr>
      <vt:lpstr>9.1 Excel</vt:lpstr>
      <vt:lpstr>9.1.1 EPPlus</vt:lpstr>
      <vt:lpstr>9.1.2 读取Excel文件</vt:lpstr>
      <vt:lpstr>9.1.3 写入Excel文件</vt:lpstr>
      <vt:lpstr>9.2 SQLite</vt:lpstr>
      <vt:lpstr>9.2.1 创建数据库</vt:lpstr>
      <vt:lpstr>9.2.2 跨平台读取数据库</vt:lpstr>
      <vt:lpstr>9.3 JSON</vt:lpstr>
      <vt:lpstr>9.3.1 JsonUtility</vt:lpstr>
      <vt:lpstr>9.3.2 JSON支持字典</vt:lpstr>
      <vt:lpstr>9.3.3 Newtonsoft Json</vt:lpstr>
      <vt:lpstr>9.4 文件的读取与写入</vt:lpstr>
      <vt:lpstr>9.4.1 PlayerPrefs</vt:lpstr>
      <vt:lpstr>9.4.2 EditorPrefs</vt:lpstr>
      <vt:lpstr>9.4.3 PlayerPrefs保存复杂结构</vt:lpstr>
      <vt:lpstr>9.4.5 文件读写</vt:lpstr>
      <vt:lpstr>9.4.6 文件流</vt:lpstr>
      <vt:lpstr>9.5 XML</vt:lpstr>
      <vt:lpstr>9.5.1 创建XML</vt:lpstr>
      <vt:lpstr>9.5.2 读取与修改</vt:lpstr>
      <vt:lpstr>9.5.3 XML文件</vt:lpstr>
      <vt:lpstr>9.5.4 XML与JSON转换</vt:lpstr>
      <vt:lpstr>9.6 YAML</vt:lpstr>
      <vt:lpstr>9.6.1 YamlDotNet</vt:lpstr>
      <vt:lpstr>9.6.2 序列化和反序列化</vt:lpstr>
      <vt:lpstr>9.7 生成代码</vt:lpstr>
      <vt:lpstr>9.7.2 读取数据</vt:lpstr>
      <vt:lpstr>9.7.3 RazorEngine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Unity3D游戏开发第三版</dc:title>
  <dc:creator>雨松momo</dc:creator>
  <cp:lastModifiedBy>雨松momo</cp:lastModifiedBy>
  <cp:revision>5</cp:revision>
  <dcterms:created xsi:type="dcterms:W3CDTF">2024-05-08T15:03:16Z</dcterms:created>
  <dcterms:modified xsi:type="dcterms:W3CDTF">2024-05-19T13:02:54Z</dcterms:modified>
</cp:coreProperties>
</file>