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1" r:id="rId7"/>
    <p:sldId id="261" r:id="rId8"/>
    <p:sldId id="272" r:id="rId9"/>
    <p:sldId id="262" r:id="rId10"/>
    <p:sldId id="265" r:id="rId11"/>
    <p:sldId id="266" r:id="rId12"/>
    <p:sldId id="267" r:id="rId13"/>
    <p:sldId id="268" r:id="rId14"/>
    <p:sldId id="270" r:id="rId15"/>
    <p:sldId id="269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833"/>
    <p:restoredTop sz="95610"/>
  </p:normalViewPr>
  <p:slideViewPr>
    <p:cSldViewPr snapToGrid="0" snapToObjects="1">
      <p:cViewPr varScale="1">
        <p:scale>
          <a:sx n="107" d="100"/>
          <a:sy n="107" d="100"/>
        </p:scale>
        <p:origin x="184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92DD7-CF97-894B-9D34-53A03BD6E7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8050ACA-3D32-FA4B-A55C-EF0DCFFF9C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45AF78-913E-C048-99EA-D5C9D7660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17EED-B721-6B49-ADED-EDFF210F1C3E}" type="datetimeFigureOut">
              <a:rPr kumimoji="1" lang="zh-CN" altLang="en-US" smtClean="0"/>
              <a:t>2023/10/13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9538F3-8E62-F04B-BC45-5A0271D7A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4153E9-34D7-854F-8F93-71F981B83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A9A5-FA50-9E49-8F19-7E3858BF6D0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83193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1C8711-C366-5341-9546-4627BDD07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A09E0F-0727-A84F-9912-73B5EB173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AE7DE3-516A-CF40-BD32-5E0B53352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17EED-B721-6B49-ADED-EDFF210F1C3E}" type="datetimeFigureOut">
              <a:rPr kumimoji="1" lang="zh-CN" altLang="en-US" smtClean="0"/>
              <a:t>2023/10/13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CB486D-E8C2-C341-943D-25088384F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95454C-DDA4-894F-AD56-62D9E9253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A9A5-FA50-9E49-8F19-7E3858BF6D0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24619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ED1973-8B2A-6E4F-BD41-D524C792C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1AA1705-5198-7D46-9380-A99209E636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B2ABF1-9352-D64F-B265-C19FD9056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17EED-B721-6B49-ADED-EDFF210F1C3E}" type="datetimeFigureOut">
              <a:rPr kumimoji="1" lang="zh-CN" altLang="en-US" smtClean="0"/>
              <a:t>2023/10/13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59F833-9328-1742-A47B-862C1D482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A06B8E-6090-8146-A461-5D335D923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A9A5-FA50-9E49-8F19-7E3858BF6D0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45522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73F82B-6379-214A-991D-9085E3604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9E82AB-C4FD-FD47-859B-849EB5BF8B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861B84B-B625-FE47-A97B-BA4FFA3926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158C9AE-6ADD-0447-BECA-FCABDCEB9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17EED-B721-6B49-ADED-EDFF210F1C3E}" type="datetimeFigureOut">
              <a:rPr kumimoji="1" lang="zh-CN" altLang="en-US" smtClean="0"/>
              <a:t>2023/10/13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67C56A3-DDC6-5D4C-A715-9BD0CA75A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90AA710-0A27-F148-B9F9-1840F1C9F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A9A5-FA50-9E49-8F19-7E3858BF6D0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4014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2D8A0F-9945-BB45-B041-56F05D005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C56893B-E6DF-FE45-AD54-AC3EA91967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837546E-2E93-184C-8EB4-DE863AEC7F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FFF7909-0781-7247-83B3-D0E0D6C055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B33DB30-7976-1842-86FC-DABD1C04AE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7A7A484-7093-034A-9365-E1697E0C1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17EED-B721-6B49-ADED-EDFF210F1C3E}" type="datetimeFigureOut">
              <a:rPr kumimoji="1" lang="zh-CN" altLang="en-US" smtClean="0"/>
              <a:t>2023/10/13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E7812F3-A9D0-4340-A86F-E2A04E695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9A54B7C-B1A5-2B40-8290-2EF178B8B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A9A5-FA50-9E49-8F19-7E3858BF6D0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99221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D0BAE7-D920-C949-9221-1E84C8B7E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D1D03F8-8584-2F48-B6F8-88A09CC16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17EED-B721-6B49-ADED-EDFF210F1C3E}" type="datetimeFigureOut">
              <a:rPr kumimoji="1" lang="zh-CN" altLang="en-US" smtClean="0"/>
              <a:t>2023/10/13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15BB404-D464-E44C-99E6-12334976A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894A4EF-A66A-B248-95B9-C6123D366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A9A5-FA50-9E49-8F19-7E3858BF6D0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74284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CC48F48-0740-5049-9188-2FB3EEC4C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17EED-B721-6B49-ADED-EDFF210F1C3E}" type="datetimeFigureOut">
              <a:rPr kumimoji="1" lang="zh-CN" altLang="en-US" smtClean="0"/>
              <a:t>2023/10/13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22BD72C-DC23-B942-920E-08B36A07F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99B352A-1D22-0E43-820E-11ECB3398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A9A5-FA50-9E49-8F19-7E3858BF6D0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88680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D003E4-F1F0-2B42-A4B6-BAECBF421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35DCA2-DD65-2F47-9160-6D5183143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BA1E609-7CA1-AC4E-A7B1-48727FA224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46F5E4E-5042-3547-A02C-1118BA6F9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17EED-B721-6B49-ADED-EDFF210F1C3E}" type="datetimeFigureOut">
              <a:rPr kumimoji="1" lang="zh-CN" altLang="en-US" smtClean="0"/>
              <a:t>2023/10/13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BB00229-7771-8E4E-96B5-1400904F7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3EADA36-11EC-024A-B47D-70FE7BA88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A9A5-FA50-9E49-8F19-7E3858BF6D0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98384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4DE3FC-11A0-CC4F-A438-31F37C422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74DB2A4-8DA1-E243-BE4E-4A84758255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D2FE481-9420-B34B-8A93-C8112690B4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11D2AF1-710E-2142-8196-070C7F27A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17EED-B721-6B49-ADED-EDFF210F1C3E}" type="datetimeFigureOut">
              <a:rPr kumimoji="1" lang="zh-CN" altLang="en-US" smtClean="0"/>
              <a:t>2023/10/13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4FB7E0B-74DA-7F4B-B5CC-50192ECDA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41FD323-641B-A048-B0BA-B67E57610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A9A5-FA50-9E49-8F19-7E3858BF6D0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6272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BB76F1-D7EE-1642-AB3C-F84ABFA32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881B819-4E4A-EA47-B52D-964D5955C8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D5B97E-C762-8B45-9AFA-7A80FAE61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17EED-B721-6B49-ADED-EDFF210F1C3E}" type="datetimeFigureOut">
              <a:rPr kumimoji="1" lang="zh-CN" altLang="en-US" smtClean="0"/>
              <a:t>2023/10/13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5EA6E7-FFB2-F94F-8B1D-18BD37387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303140-3F62-DE48-AD2F-181DC9940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A9A5-FA50-9E49-8F19-7E3858BF6D0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88727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57F8E68-AC2D-8B48-B1DE-682B9FA899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2093247-7800-5044-BC8F-AFB7DECFAA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D590E5-08E8-B441-94CC-35A1CE8D7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17EED-B721-6B49-ADED-EDFF210F1C3E}" type="datetimeFigureOut">
              <a:rPr kumimoji="1" lang="zh-CN" altLang="en-US" smtClean="0"/>
              <a:t>2023/10/13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E6EA70-51ED-2B4A-93D6-301CEBC30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65FFD1-228D-5440-B614-AFE6F071B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A9A5-FA50-9E49-8F19-7E3858BF6D0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1578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C5D8A00-793A-9E46-B61A-55E659CF6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4123531-9A65-004B-850D-77AD290938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F04CBA-0D11-3C4E-A2AE-3E1669A19F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217EED-B721-6B49-ADED-EDFF210F1C3E}" type="datetimeFigureOut">
              <a:rPr kumimoji="1" lang="zh-CN" altLang="en-US" smtClean="0"/>
              <a:t>2023/10/13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DD540A-B896-2547-B465-2EF8B38A0B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528C15-CC80-454A-91BF-1758E92B92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CCA9A5-FA50-9E49-8F19-7E3858BF6D0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68555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unity3d.com/cn/get-unity/download/archive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f"/><Relationship Id="rId2" Type="http://schemas.openxmlformats.org/officeDocument/2006/relationships/hyperlink" Target="https://assetstore.unity.com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f"/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0B784E-676B-914F-9A0A-C36ADFE7D0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/>
              <a:t>Unity3D</a:t>
            </a:r>
            <a:r>
              <a:rPr kumimoji="1" lang="zh-CN" altLang="en-US" dirty="0"/>
              <a:t>游戏开发第三版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60B0D2C-B709-DC45-8A01-E0055F8860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zh-CN" altLang="en-US" dirty="0"/>
              <a:t>第一章</a:t>
            </a:r>
          </a:p>
        </p:txBody>
      </p:sp>
    </p:spTree>
    <p:extLst>
      <p:ext uri="{BB962C8B-B14F-4D97-AF65-F5344CB8AC3E}">
        <p14:creationId xmlns:p14="http://schemas.microsoft.com/office/powerpoint/2010/main" val="3078780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D37F42-15BF-A243-9A6D-2DDEEA954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第一章 基础知识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3525A1-11E4-044A-A016-181E8E0743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1.1</a:t>
            </a:r>
            <a:r>
              <a:rPr kumimoji="1" lang="zh-CN" altLang="en-US" dirty="0"/>
              <a:t> </a:t>
            </a:r>
            <a:r>
              <a:rPr kumimoji="1" lang="en-US" altLang="zh-CN" dirty="0"/>
              <a:t>Unity</a:t>
            </a:r>
            <a:r>
              <a:rPr kumimoji="1" lang="zh-CN" altLang="en-US" dirty="0"/>
              <a:t>简介</a:t>
            </a:r>
            <a:endParaRPr kumimoji="1" lang="en-US" altLang="zh-CN" dirty="0"/>
          </a:p>
          <a:p>
            <a:r>
              <a:rPr kumimoji="1" lang="en-US" altLang="zh-CN" dirty="0"/>
              <a:t>1.2</a:t>
            </a:r>
            <a:r>
              <a:rPr kumimoji="1" lang="zh-CN" altLang="en-US" dirty="0"/>
              <a:t> 跨平台</a:t>
            </a:r>
            <a:endParaRPr kumimoji="1" lang="en-US" altLang="zh-CN" dirty="0"/>
          </a:p>
          <a:p>
            <a:r>
              <a:rPr kumimoji="1" lang="en-US" altLang="zh-CN" dirty="0"/>
              <a:t>1.3 </a:t>
            </a:r>
            <a:r>
              <a:rPr kumimoji="1" lang="zh-CN" altLang="en-US" dirty="0"/>
              <a:t>协作开发</a:t>
            </a:r>
            <a:endParaRPr kumimoji="1" lang="en-US" altLang="zh-CN" dirty="0"/>
          </a:p>
          <a:p>
            <a:r>
              <a:rPr kumimoji="1" lang="en-US" altLang="zh-CN" dirty="0"/>
              <a:t>1.4</a:t>
            </a:r>
            <a:r>
              <a:rPr kumimoji="1" lang="zh-CN" altLang="en-US" dirty="0"/>
              <a:t> </a:t>
            </a:r>
            <a:r>
              <a:rPr kumimoji="1" lang="en-US" altLang="zh-CN" dirty="0"/>
              <a:t>Unity</a:t>
            </a:r>
            <a:r>
              <a:rPr kumimoji="1" lang="zh-CN" altLang="en-US" dirty="0"/>
              <a:t>版本</a:t>
            </a:r>
            <a:endParaRPr kumimoji="1" lang="en-US" altLang="zh-CN" dirty="0"/>
          </a:p>
          <a:p>
            <a:r>
              <a:rPr kumimoji="1" lang="en-US" altLang="zh-CN" dirty="0"/>
              <a:t>1.5</a:t>
            </a:r>
            <a:r>
              <a:rPr kumimoji="1" lang="zh-CN" altLang="en-US" dirty="0"/>
              <a:t> </a:t>
            </a:r>
            <a:r>
              <a:rPr kumimoji="1" lang="en-US" altLang="zh-CN" dirty="0"/>
              <a:t>Package Manager</a:t>
            </a:r>
          </a:p>
          <a:p>
            <a:r>
              <a:rPr kumimoji="1" lang="en-US" altLang="zh-CN" dirty="0"/>
              <a:t>1.7 Unity</a:t>
            </a:r>
            <a:r>
              <a:rPr kumimoji="1" lang="zh-CN" altLang="en-US" dirty="0"/>
              <a:t>服务</a:t>
            </a:r>
            <a:endParaRPr kumimoji="1"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A15AE61-CB6F-E748-A333-1231BF1ED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6546" y="1690688"/>
            <a:ext cx="4015409" cy="1740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582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7C03F5-41F4-E041-A211-8A8EBAF0B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1.1</a:t>
            </a:r>
            <a:r>
              <a:rPr kumimoji="1" lang="zh-CN" altLang="en-US" dirty="0"/>
              <a:t> </a:t>
            </a:r>
            <a:r>
              <a:rPr kumimoji="1" lang="en-US" altLang="zh-CN" dirty="0"/>
              <a:t>Unity</a:t>
            </a:r>
            <a:r>
              <a:rPr kumimoji="1" lang="zh-CN" altLang="en-US" dirty="0"/>
              <a:t>简介</a:t>
            </a:r>
            <a:br>
              <a:rPr kumimoji="1" lang="en-US" altLang="zh-CN" dirty="0"/>
            </a:b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87CFA9-1E45-A441-A62A-DDE09DD72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02986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收费商业游戏引擎，不开放引擎源代码</a:t>
            </a:r>
            <a:endParaRPr kumimoji="1" lang="en-US" altLang="zh-CN" dirty="0"/>
          </a:p>
          <a:p>
            <a:r>
              <a:rPr kumimoji="1" lang="zh-CN" altLang="en-US" dirty="0"/>
              <a:t>最新正式版本是</a:t>
            </a:r>
            <a:r>
              <a:rPr kumimoji="1" lang="en-US" altLang="zh-CN" dirty="0"/>
              <a:t>Unity2023.1.16</a:t>
            </a:r>
            <a:r>
              <a:rPr kumimoji="1" lang="zh-CN" altLang="en-US" dirty="0"/>
              <a:t> ，同期维护的版本还包括</a:t>
            </a:r>
            <a:r>
              <a:rPr kumimoji="1" lang="en-US" altLang="zh-CN" dirty="0"/>
              <a:t>Unity2022.3LTS</a:t>
            </a:r>
            <a:r>
              <a:rPr kumimoji="1" lang="zh-CN" altLang="en-US" dirty="0"/>
              <a:t>、</a:t>
            </a:r>
            <a:r>
              <a:rPr kumimoji="1" lang="en-US" altLang="zh-CN" dirty="0"/>
              <a:t>Unity2021.3LTS</a:t>
            </a:r>
            <a:r>
              <a:rPr kumimoji="1" lang="zh-CN" altLang="en-US" dirty="0"/>
              <a:t>等等</a:t>
            </a:r>
            <a:endParaRPr kumimoji="1" lang="en-US" altLang="zh-CN" dirty="0"/>
          </a:p>
          <a:p>
            <a:r>
              <a:rPr kumimoji="1" lang="zh-CN" altLang="en-US" dirty="0"/>
              <a:t>分为</a:t>
            </a:r>
            <a:r>
              <a:rPr kumimoji="1" lang="en-US" altLang="zh-CN" dirty="0"/>
              <a:t>Unity Person</a:t>
            </a:r>
            <a:r>
              <a:rPr kumimoji="1" lang="zh-CN" altLang="en-US" dirty="0"/>
              <a:t>个人版、</a:t>
            </a:r>
            <a:r>
              <a:rPr kumimoji="1" lang="en-US" altLang="zh-CN" dirty="0"/>
              <a:t>Unity</a:t>
            </a:r>
            <a:r>
              <a:rPr kumimoji="1" lang="zh-CN" altLang="en-US" dirty="0"/>
              <a:t> </a:t>
            </a:r>
            <a:r>
              <a:rPr kumimoji="1" lang="en-US" altLang="zh-CN" dirty="0"/>
              <a:t>Plus</a:t>
            </a:r>
            <a:r>
              <a:rPr kumimoji="1" lang="zh-CN" altLang="en-US" dirty="0"/>
              <a:t>加强版、</a:t>
            </a:r>
            <a:r>
              <a:rPr kumimoji="1" lang="en-US" altLang="zh-CN" dirty="0"/>
              <a:t>Unity Pro</a:t>
            </a:r>
            <a:r>
              <a:rPr kumimoji="1" lang="zh-CN" altLang="en-US" dirty="0"/>
              <a:t>专业版（具体收费模式不同）</a:t>
            </a:r>
            <a:endParaRPr kumimoji="1" lang="en-US" altLang="zh-CN" dirty="0"/>
          </a:p>
          <a:p>
            <a:r>
              <a:rPr kumimoji="1" lang="zh-CN" altLang="en-US" dirty="0"/>
              <a:t>新版本在稳定性上不如老版本，在教学上我们以新版本为主，但很多特性老版也是有的。</a:t>
            </a:r>
            <a:endParaRPr kumimoji="1" lang="en-US" altLang="zh-CN" dirty="0"/>
          </a:p>
          <a:p>
            <a:r>
              <a:rPr kumimoji="1" lang="zh-CN" altLang="en-US" dirty="0"/>
              <a:t>教学中我们可以使用</a:t>
            </a:r>
            <a:r>
              <a:rPr kumimoji="1" lang="en-US" altLang="zh-CN" dirty="0"/>
              <a:t>Unity2023</a:t>
            </a:r>
            <a:r>
              <a:rPr kumimoji="1" lang="zh-CN" altLang="en-US" dirty="0"/>
              <a:t>最新个人版（免费），主要适合学生以及个人学习者</a:t>
            </a:r>
            <a:endParaRPr kumimoji="1" lang="en-US" altLang="zh-CN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05050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62DE98-F1AC-EE46-882F-78267F2EF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1.2</a:t>
            </a:r>
            <a:r>
              <a:rPr kumimoji="1" lang="zh-CN" altLang="en-US" dirty="0"/>
              <a:t> 跨平台</a:t>
            </a:r>
            <a:br>
              <a:rPr kumimoji="1" lang="en-US" altLang="zh-CN" dirty="0"/>
            </a:b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784D53-F540-6144-950E-1647A73DAB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跨平台可分为开发平台和发布平台两种</a:t>
            </a:r>
            <a:endParaRPr kumimoji="1" lang="en-US" altLang="zh-CN" dirty="0"/>
          </a:p>
          <a:p>
            <a:r>
              <a:rPr kumimoji="1" lang="zh-CN" altLang="en-US" dirty="0"/>
              <a:t>开发平台是工作环境，</a:t>
            </a:r>
            <a:r>
              <a:rPr lang="zh-CN" altLang="en-US" dirty="0"/>
              <a:t>目前可以同时在</a:t>
            </a:r>
            <a:r>
              <a:rPr lang="en-US" altLang="zh-CN" dirty="0"/>
              <a:t>Windows</a:t>
            </a:r>
            <a:r>
              <a:rPr lang="zh-CN" altLang="en-US" dirty="0"/>
              <a:t>、</a:t>
            </a:r>
            <a:r>
              <a:rPr lang="en-US" altLang="zh-CN" dirty="0"/>
              <a:t>Mac OS </a:t>
            </a:r>
            <a:r>
              <a:rPr lang="zh-CN" altLang="en-US" dirty="0"/>
              <a:t>、</a:t>
            </a:r>
            <a:r>
              <a:rPr lang="en" altLang="zh-CN" dirty="0"/>
              <a:t> Linux</a:t>
            </a:r>
            <a:r>
              <a:rPr lang="zh-CN" altLang="en" dirty="0"/>
              <a:t>下</a:t>
            </a:r>
            <a:r>
              <a:rPr lang="zh-CN" altLang="en-US" dirty="0"/>
              <a:t>使用</a:t>
            </a:r>
            <a:r>
              <a:rPr lang="en-US" altLang="zh-CN" dirty="0"/>
              <a:t>Unity</a:t>
            </a:r>
            <a:r>
              <a:rPr lang="zh-CN" altLang="en-US" dirty="0"/>
              <a:t>开发游戏</a:t>
            </a:r>
            <a:endParaRPr lang="en-US" altLang="zh-CN" dirty="0"/>
          </a:p>
          <a:p>
            <a:r>
              <a:rPr kumimoji="1" lang="zh-CN" altLang="en-US" dirty="0"/>
              <a:t>发布平台是最终游戏发布后可运行的平台，目前已经覆盖了超</a:t>
            </a:r>
            <a:r>
              <a:rPr kumimoji="1" lang="en-US" altLang="zh-CN" dirty="0"/>
              <a:t>25</a:t>
            </a:r>
            <a:r>
              <a:rPr kumimoji="1" lang="zh-CN" altLang="en-US" dirty="0"/>
              <a:t>个主流游戏平台</a:t>
            </a:r>
            <a:endParaRPr kumimoji="1" lang="en-US" altLang="zh-CN" dirty="0"/>
          </a:p>
          <a:p>
            <a:r>
              <a:rPr kumimoji="1" lang="zh-CN" altLang="en-US" dirty="0"/>
              <a:t>程序员、艺术家、设计师都可以通过</a:t>
            </a:r>
            <a:r>
              <a:rPr kumimoji="1" lang="en-US" altLang="zh-CN" dirty="0"/>
              <a:t>Unity</a:t>
            </a:r>
            <a:r>
              <a:rPr kumimoji="1" lang="zh-CN" altLang="en-US" dirty="0"/>
              <a:t>同时协作工作</a:t>
            </a:r>
            <a:endParaRPr kumimoji="1" lang="en-US" altLang="zh-CN" dirty="0"/>
          </a:p>
          <a:p>
            <a:r>
              <a:rPr kumimoji="1" lang="zh-CN" altLang="en-US" dirty="0"/>
              <a:t>一次构建，全部部署。</a:t>
            </a:r>
          </a:p>
        </p:txBody>
      </p:sp>
    </p:spTree>
    <p:extLst>
      <p:ext uri="{BB962C8B-B14F-4D97-AF65-F5344CB8AC3E}">
        <p14:creationId xmlns:p14="http://schemas.microsoft.com/office/powerpoint/2010/main" val="3442823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内容占位符 3" descr="../Desktop/Snip20180611_3.png">
            <a:extLst>
              <a:ext uri="{FF2B5EF4-FFF2-40B4-BE49-F238E27FC236}">
                <a16:creationId xmlns:a16="http://schemas.microsoft.com/office/drawing/2014/main" id="{1989E1B8-3C3E-5642-AA6A-EF16B996D051}"/>
              </a:ext>
            </a:extLst>
          </p:cNvPr>
          <p:cNvPicPr preferRelativeResize="0"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21154" y="264694"/>
            <a:ext cx="8823226" cy="60509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63790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6EA5D7-A8B6-96C8-2C84-20FDF3763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1.3</a:t>
            </a:r>
            <a:r>
              <a:rPr kumimoji="1" lang="zh-CN" altLang="en-US" dirty="0"/>
              <a:t> 协作开发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95E166-906F-1BFE-0D78-460D6038FE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艺术家可以导入第三方工具制作的资产，如：</a:t>
            </a:r>
            <a:r>
              <a:rPr kumimoji="1" lang="en-US" altLang="zh-CN" dirty="0"/>
              <a:t>3ds max</a:t>
            </a:r>
            <a:r>
              <a:rPr kumimoji="1" lang="zh-CN" altLang="en-US" dirty="0"/>
              <a:t>、</a:t>
            </a:r>
            <a:r>
              <a:rPr kumimoji="1" lang="en" altLang="zh-CN" dirty="0"/>
              <a:t>maya</a:t>
            </a:r>
            <a:r>
              <a:rPr kumimoji="1" lang="zh-CN" altLang="en-US" dirty="0"/>
              <a:t>、</a:t>
            </a:r>
            <a:r>
              <a:rPr kumimoji="1" lang="en" altLang="zh-CN" dirty="0"/>
              <a:t>substance</a:t>
            </a:r>
            <a:r>
              <a:rPr kumimoji="1" lang="zh-CN" altLang="en-US" dirty="0"/>
              <a:t>、</a:t>
            </a:r>
            <a:r>
              <a:rPr kumimoji="1" lang="en" altLang="zh-CN" dirty="0"/>
              <a:t>blender</a:t>
            </a:r>
            <a:r>
              <a:rPr kumimoji="1" lang="zh-CN" altLang="en" dirty="0"/>
              <a:t>等</a:t>
            </a:r>
            <a:endParaRPr kumimoji="1" lang="en-US" altLang="zh-CN" dirty="0"/>
          </a:p>
          <a:p>
            <a:r>
              <a:rPr kumimoji="1" lang="zh-CN" altLang="en-US" dirty="0"/>
              <a:t>艺术家也可以在</a:t>
            </a:r>
            <a:r>
              <a:rPr kumimoji="1" lang="en-US" altLang="zh-CN" dirty="0"/>
              <a:t>Unity</a:t>
            </a:r>
            <a:r>
              <a:rPr kumimoji="1" lang="zh-CN" altLang="en-US" dirty="0"/>
              <a:t>中进一步制作资产，如</a:t>
            </a:r>
            <a:r>
              <a:rPr kumimoji="1" lang="en-US" altLang="zh-CN" dirty="0"/>
              <a:t>Prefab</a:t>
            </a:r>
            <a:r>
              <a:rPr kumimoji="1" lang="zh-CN" altLang="en-US" dirty="0"/>
              <a:t>、</a:t>
            </a:r>
            <a:r>
              <a:rPr kumimoji="1" lang="en-US" altLang="zh-CN" dirty="0"/>
              <a:t>Timeline</a:t>
            </a:r>
            <a:r>
              <a:rPr kumimoji="1" lang="zh-CN" altLang="en-US" dirty="0"/>
              <a:t>、</a:t>
            </a:r>
            <a:r>
              <a:rPr kumimoji="1" lang="en-US" altLang="zh-CN" dirty="0"/>
              <a:t>2D</a:t>
            </a:r>
            <a:r>
              <a:rPr kumimoji="1" lang="zh-CN" altLang="en-US" dirty="0"/>
              <a:t>骨骼动画、场景、光照、等等</a:t>
            </a:r>
            <a:endParaRPr kumimoji="1" lang="en-US" altLang="zh-CN" dirty="0"/>
          </a:p>
          <a:p>
            <a:r>
              <a:rPr kumimoji="1" lang="zh-CN" altLang="en-US" dirty="0"/>
              <a:t>程序员负责在</a:t>
            </a:r>
            <a:r>
              <a:rPr kumimoji="1" lang="en-US" altLang="zh-CN" dirty="0"/>
              <a:t>Unity</a:t>
            </a:r>
            <a:r>
              <a:rPr kumimoji="1" lang="zh-CN" altLang="en-US" dirty="0"/>
              <a:t>中编写代码来控制艺术家制作的资源。</a:t>
            </a:r>
            <a:endParaRPr kumimoji="1" lang="en-US" altLang="zh-CN" dirty="0"/>
          </a:p>
          <a:p>
            <a:r>
              <a:rPr kumimoji="1" lang="en-US" altLang="zh-CN" dirty="0"/>
              <a:t>Unity</a:t>
            </a:r>
            <a:r>
              <a:rPr kumimoji="1" lang="zh-CN" altLang="en-US" dirty="0"/>
              <a:t>秉承“所见即所得” 策划、程序员、美术都可以很方便预览</a:t>
            </a:r>
          </a:p>
        </p:txBody>
      </p:sp>
    </p:spTree>
    <p:extLst>
      <p:ext uri="{BB962C8B-B14F-4D97-AF65-F5344CB8AC3E}">
        <p14:creationId xmlns:p14="http://schemas.microsoft.com/office/powerpoint/2010/main" val="423287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3ADD01-C41D-0047-AA0C-A2A6C2279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1220"/>
            <a:ext cx="10515600" cy="1325563"/>
          </a:xfrm>
        </p:spPr>
        <p:txBody>
          <a:bodyPr/>
          <a:lstStyle/>
          <a:p>
            <a:r>
              <a:rPr kumimoji="1" lang="en-US" altLang="zh-CN" dirty="0"/>
              <a:t>1.4 Unity</a:t>
            </a:r>
            <a:r>
              <a:rPr kumimoji="1" lang="zh-CN" altLang="en-US" dirty="0"/>
              <a:t>版本</a:t>
            </a:r>
            <a:br>
              <a:rPr kumimoji="1" lang="en-US" altLang="zh-CN" dirty="0"/>
            </a:b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4E74D6-8FD3-E04A-B966-89751E4B1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Unity</a:t>
            </a:r>
            <a:r>
              <a:rPr kumimoji="1" lang="zh-CN" altLang="en-US" dirty="0"/>
              <a:t>自</a:t>
            </a:r>
            <a:r>
              <a:rPr kumimoji="1" lang="en-US" altLang="zh-CN" dirty="0"/>
              <a:t>2017</a:t>
            </a:r>
            <a:r>
              <a:rPr kumimoji="1" lang="zh-CN" altLang="en-US" dirty="0"/>
              <a:t>以来已年度命名版本，如</a:t>
            </a:r>
            <a:r>
              <a:rPr kumimoji="1" lang="en-US" altLang="zh-CN" dirty="0"/>
              <a:t>Unity2019</a:t>
            </a:r>
          </a:p>
          <a:p>
            <a:r>
              <a:rPr kumimoji="1" lang="zh-CN" altLang="en-US" dirty="0"/>
              <a:t>每个年度版本又会分成</a:t>
            </a:r>
            <a:r>
              <a:rPr kumimoji="1" lang="en-US" altLang="zh-CN" dirty="0"/>
              <a:t>3</a:t>
            </a:r>
            <a:r>
              <a:rPr kumimoji="1" lang="zh-CN" altLang="en-US" dirty="0"/>
              <a:t>个小版本，如</a:t>
            </a:r>
            <a:r>
              <a:rPr kumimoji="1" lang="en-US" altLang="zh-CN" dirty="0"/>
              <a:t>Unity2019.1</a:t>
            </a:r>
            <a:r>
              <a:rPr kumimoji="1" lang="zh-CN" altLang="en-US" dirty="0"/>
              <a:t>至</a:t>
            </a:r>
            <a:r>
              <a:rPr kumimoji="1" lang="en-US" altLang="zh-CN" dirty="0"/>
              <a:t>Unity2019.4</a:t>
            </a:r>
          </a:p>
          <a:p>
            <a:r>
              <a:rPr kumimoji="1" lang="zh-CN" altLang="en-US" dirty="0"/>
              <a:t>其中第</a:t>
            </a:r>
            <a:r>
              <a:rPr kumimoji="1" lang="en-US" altLang="zh-CN" dirty="0"/>
              <a:t>4</a:t>
            </a:r>
            <a:r>
              <a:rPr kumimoji="1" lang="zh-CN" altLang="en-US" dirty="0"/>
              <a:t>个版本，如</a:t>
            </a:r>
            <a:r>
              <a:rPr kumimoji="1" lang="en-US" altLang="zh-CN" dirty="0"/>
              <a:t>Unity2019.4</a:t>
            </a:r>
            <a:r>
              <a:rPr kumimoji="1" lang="zh-CN" altLang="en-US" dirty="0"/>
              <a:t>作为</a:t>
            </a:r>
            <a:r>
              <a:rPr kumimoji="1" lang="en-US" altLang="zh-CN" dirty="0"/>
              <a:t>LTS</a:t>
            </a:r>
            <a:r>
              <a:rPr kumimoji="1" lang="zh-CN" altLang="en-US" dirty="0"/>
              <a:t>版本（长期支持的稳定版本）其他如</a:t>
            </a:r>
            <a:r>
              <a:rPr kumimoji="1" lang="en-US" altLang="zh-CN" dirty="0"/>
              <a:t>Unity2019.1</a:t>
            </a:r>
            <a:r>
              <a:rPr kumimoji="1" lang="zh-CN" altLang="en-US" dirty="0"/>
              <a:t>属于非稳定版本。</a:t>
            </a:r>
            <a:endParaRPr kumimoji="1" lang="en-US" altLang="zh-CN" dirty="0"/>
          </a:p>
          <a:p>
            <a:r>
              <a:rPr kumimoji="1" lang="zh-CN" altLang="en-US" dirty="0"/>
              <a:t>目前</a:t>
            </a:r>
            <a:r>
              <a:rPr kumimoji="1" lang="en-US" altLang="zh-CN" dirty="0"/>
              <a:t>LTS</a:t>
            </a:r>
            <a:r>
              <a:rPr kumimoji="1" lang="zh-CN" altLang="en-US" dirty="0"/>
              <a:t>版本有</a:t>
            </a:r>
            <a:r>
              <a:rPr kumimoji="1" lang="en-US" altLang="zh-CN" dirty="0"/>
              <a:t>Unity2019.4</a:t>
            </a:r>
            <a:r>
              <a:rPr kumimoji="1" lang="zh-CN" altLang="en-US" dirty="0"/>
              <a:t>、</a:t>
            </a:r>
            <a:r>
              <a:rPr kumimoji="1" lang="en-US" altLang="zh-CN" dirty="0"/>
              <a:t>Unity2018.4</a:t>
            </a:r>
            <a:r>
              <a:rPr kumimoji="1" lang="zh-CN" altLang="en-US" dirty="0"/>
              <a:t>、</a:t>
            </a:r>
            <a:r>
              <a:rPr kumimoji="1" lang="en-US" altLang="zh-CN" dirty="0"/>
              <a:t>Unity2017.4</a:t>
            </a:r>
          </a:p>
          <a:p>
            <a:r>
              <a:rPr kumimoji="1" lang="en-US" altLang="zh-CN" dirty="0"/>
              <a:t>Unity2020</a:t>
            </a:r>
            <a:r>
              <a:rPr kumimoji="1" lang="zh-CN" altLang="en-US" dirty="0"/>
              <a:t>以后砍掉了第</a:t>
            </a:r>
            <a:r>
              <a:rPr kumimoji="1" lang="en-US" altLang="zh-CN" dirty="0"/>
              <a:t>4</a:t>
            </a:r>
            <a:r>
              <a:rPr kumimoji="1" lang="zh-CN" altLang="en-US" dirty="0"/>
              <a:t>个版本，将第</a:t>
            </a:r>
            <a:r>
              <a:rPr kumimoji="1" lang="en-US" altLang="zh-CN" dirty="0"/>
              <a:t>3</a:t>
            </a:r>
            <a:r>
              <a:rPr kumimoji="1" lang="zh-CN" altLang="en-US" dirty="0"/>
              <a:t>个版本视为</a:t>
            </a:r>
            <a:r>
              <a:rPr kumimoji="1" lang="en-US" altLang="zh-CN" dirty="0"/>
              <a:t>LTS</a:t>
            </a:r>
            <a:r>
              <a:rPr kumimoji="1" lang="zh-CN" altLang="en-US" dirty="0"/>
              <a:t>版本，目前最新的版本是</a:t>
            </a:r>
            <a:r>
              <a:rPr kumimoji="1" lang="en-US" altLang="zh-CN" dirty="0"/>
              <a:t>Unity2023.1.16</a:t>
            </a:r>
            <a:r>
              <a:rPr kumimoji="1" lang="zh-CN" altLang="en-US" dirty="0"/>
              <a:t> 并不是稳定版</a:t>
            </a:r>
            <a:endParaRPr kumimoji="1" lang="en-US" altLang="zh-CN" dirty="0"/>
          </a:p>
          <a:p>
            <a:r>
              <a:rPr kumimoji="1" lang="zh-CN" altLang="en-US" dirty="0"/>
              <a:t>从教学的角度来说使用最新版本并没有问题</a:t>
            </a:r>
          </a:p>
        </p:txBody>
      </p:sp>
    </p:spTree>
    <p:extLst>
      <p:ext uri="{BB962C8B-B14F-4D97-AF65-F5344CB8AC3E}">
        <p14:creationId xmlns:p14="http://schemas.microsoft.com/office/powerpoint/2010/main" val="3574825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A16107-5F09-DA53-087E-6BA03016F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1.4 Unity HUB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FF5447-D6ED-AF74-4357-422072B522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71954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使用</a:t>
            </a:r>
            <a:r>
              <a:rPr kumimoji="1" lang="en-US" altLang="zh-CN" dirty="0"/>
              <a:t>Unity Hub</a:t>
            </a:r>
            <a:r>
              <a:rPr kumimoji="1" lang="zh-CN" altLang="en-US" dirty="0"/>
              <a:t>安装不同版本，大版本还分中国版和国际版</a:t>
            </a:r>
            <a:endParaRPr kumimoji="1" lang="en-US" altLang="zh-CN" dirty="0"/>
          </a:p>
          <a:p>
            <a:r>
              <a:rPr kumimoji="1" lang="en-US" altLang="zh-CN" dirty="0"/>
              <a:t>C1</a:t>
            </a:r>
            <a:r>
              <a:rPr kumimoji="1" lang="zh-CN" altLang="en-US" dirty="0"/>
              <a:t>后缀表示</a:t>
            </a:r>
            <a:r>
              <a:rPr kumimoji="1" lang="en-US" altLang="zh-CN" dirty="0"/>
              <a:t>Unity</a:t>
            </a:r>
            <a:r>
              <a:rPr kumimoji="1" lang="zh-CN" altLang="en-US" dirty="0"/>
              <a:t>中国版，仅有</a:t>
            </a:r>
            <a:r>
              <a:rPr kumimoji="1" lang="en-US" altLang="zh-CN" dirty="0"/>
              <a:t>F1</a:t>
            </a:r>
            <a:r>
              <a:rPr kumimoji="1" lang="zh-CN" altLang="en-US" dirty="0"/>
              <a:t>后缀表示国际版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6971699-E9B2-F051-07D1-810BAD552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480" y="3004457"/>
            <a:ext cx="6303719" cy="3684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4348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09ABFA-C9B4-E341-B7E2-909CC48B7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1.4.1</a:t>
            </a:r>
            <a:r>
              <a:rPr kumimoji="1" lang="zh-CN" altLang="en-US" dirty="0"/>
              <a:t> </a:t>
            </a:r>
            <a:r>
              <a:rPr kumimoji="1" lang="en-US" altLang="zh-CN" dirty="0"/>
              <a:t>Unity</a:t>
            </a:r>
            <a:r>
              <a:rPr kumimoji="1" lang="zh-CN" altLang="en-US" dirty="0"/>
              <a:t>内置资源着色器</a:t>
            </a:r>
            <a:br>
              <a:rPr kumimoji="1" lang="en-US" altLang="zh-CN" dirty="0"/>
            </a:b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0C3F5C-EE58-814A-9667-844ACC6FC8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2004254"/>
          </a:xfrm>
        </p:spPr>
        <p:txBody>
          <a:bodyPr/>
          <a:lstStyle/>
          <a:p>
            <a:r>
              <a:rPr kumimoji="1" lang="zh-CN" altLang="en-US" dirty="0"/>
              <a:t>图形渲染离不开</a:t>
            </a:r>
            <a:r>
              <a:rPr kumimoji="1" lang="en-US" altLang="zh-CN" dirty="0"/>
              <a:t>Shader</a:t>
            </a:r>
            <a:r>
              <a:rPr kumimoji="1" lang="zh-CN" altLang="en-US" dirty="0"/>
              <a:t>（着色器）引擎自己会内置通用的渲染着色器。</a:t>
            </a:r>
            <a:endParaRPr kumimoji="1" lang="en-US" altLang="zh-CN" dirty="0"/>
          </a:p>
          <a:p>
            <a:r>
              <a:rPr kumimoji="1" lang="zh-CN" altLang="en-US" dirty="0"/>
              <a:t>内置着色器是公开的，我们可以下载查看</a:t>
            </a:r>
            <a:endParaRPr kumimoji="1" lang="en-US" altLang="zh-CN" dirty="0"/>
          </a:p>
          <a:p>
            <a:r>
              <a:rPr kumimoji="1" lang="en" altLang="zh-CN" dirty="0">
                <a:hlinkClick r:id="rId2"/>
              </a:rPr>
              <a:t>https://unity3d.com/</a:t>
            </a:r>
            <a:r>
              <a:rPr kumimoji="1" lang="en" altLang="zh-CN" dirty="0" err="1">
                <a:hlinkClick r:id="rId2"/>
              </a:rPr>
              <a:t>cn</a:t>
            </a:r>
            <a:r>
              <a:rPr kumimoji="1" lang="en" altLang="zh-CN" dirty="0">
                <a:hlinkClick r:id="rId2"/>
              </a:rPr>
              <a:t>/get-unity/download/archive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A16E98E-F0C4-DC1C-6953-311F8252E5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028" y="3829878"/>
            <a:ext cx="8083971" cy="2879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476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8B3667-30FC-4643-9390-09316EEA3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CN" dirty="0"/>
              <a:t>1.5	Package Manager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CEE4A5-5442-E744-9C57-9C2998BFF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不同平台或不同游戏本身就存在差异特性，如电脑和手机平台存在巨大的性能差异</a:t>
            </a:r>
            <a:endParaRPr kumimoji="1" lang="en-US" altLang="zh-CN" dirty="0"/>
          </a:p>
          <a:p>
            <a:r>
              <a:rPr kumimoji="1" lang="zh-CN" altLang="en-US" dirty="0"/>
              <a:t>大而全的功能都集中在一起是不利于引擎拓展的。</a:t>
            </a:r>
            <a:endParaRPr kumimoji="1" lang="en-US" altLang="zh-CN" dirty="0"/>
          </a:p>
          <a:p>
            <a:r>
              <a:rPr kumimoji="1" lang="en-US" altLang="zh-CN" dirty="0"/>
              <a:t>Unity</a:t>
            </a:r>
            <a:r>
              <a:rPr kumimoji="1" lang="zh-CN" altLang="en-US" dirty="0"/>
              <a:t>自</a:t>
            </a:r>
            <a:r>
              <a:rPr kumimoji="1" lang="en-US" altLang="zh-CN" dirty="0"/>
              <a:t>2018</a:t>
            </a:r>
            <a:r>
              <a:rPr kumimoji="1" lang="zh-CN" altLang="en-US" dirty="0"/>
              <a:t>启推出了内置包管理器（</a:t>
            </a:r>
            <a:r>
              <a:rPr kumimoji="1" lang="en-US" altLang="zh-CN" dirty="0"/>
              <a:t>Package Manager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r>
              <a:rPr kumimoji="1" lang="zh-CN" altLang="en-US" dirty="0"/>
              <a:t>如我们开发</a:t>
            </a:r>
            <a:r>
              <a:rPr kumimoji="1" lang="en-US" altLang="zh-CN" dirty="0"/>
              <a:t>3D</a:t>
            </a:r>
            <a:r>
              <a:rPr kumimoji="1" lang="zh-CN" altLang="en-US" dirty="0"/>
              <a:t>游戏并不需要一些</a:t>
            </a:r>
            <a:r>
              <a:rPr kumimoji="1" lang="en-US" altLang="zh-CN" dirty="0"/>
              <a:t>2D</a:t>
            </a:r>
            <a:r>
              <a:rPr kumimoji="1" lang="zh-CN" altLang="en-US" dirty="0"/>
              <a:t>的特性，就可以在</a:t>
            </a:r>
            <a:r>
              <a:rPr kumimoji="1" lang="en-US" altLang="zh-CN" dirty="0"/>
              <a:t>Package Manager</a:t>
            </a:r>
            <a:r>
              <a:rPr kumimoji="1" lang="zh-CN" altLang="en-US" dirty="0"/>
              <a:t>中删除它。</a:t>
            </a:r>
            <a:endParaRPr kumimoji="1" lang="en-US" altLang="zh-CN" dirty="0"/>
          </a:p>
          <a:p>
            <a:r>
              <a:rPr kumimoji="1" lang="zh-CN" altLang="en-US" dirty="0"/>
              <a:t>通过</a:t>
            </a:r>
            <a:r>
              <a:rPr kumimoji="1" lang="en-US" altLang="zh-CN" dirty="0"/>
              <a:t>Package Manager</a:t>
            </a:r>
            <a:r>
              <a:rPr kumimoji="1" lang="zh-CN" altLang="en-US" dirty="0"/>
              <a:t>可以有效的对引擎做一个“瘦身”功能</a:t>
            </a:r>
            <a:endParaRPr kumimoji="1" lang="en-US" altLang="zh-CN" dirty="0"/>
          </a:p>
          <a:p>
            <a:r>
              <a:rPr kumimoji="1" lang="en-US" altLang="zh-CN" dirty="0"/>
              <a:t>Package Manager</a:t>
            </a:r>
            <a:r>
              <a:rPr kumimoji="1" lang="zh-CN" altLang="en-US" dirty="0"/>
              <a:t>中还包含了一些“预览包”可以提前对一些新功能尝鲜</a:t>
            </a:r>
            <a:endParaRPr kumimoji="1" lang="en-US" altLang="zh-CN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50147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43D6E6-8961-3AB1-0626-7BAC5C16E0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97A7D6B-DF15-78A6-3F1C-8BAEB6ADD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81037"/>
            <a:ext cx="10052010" cy="5871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9991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452CDA-341C-E949-8A27-1DFDA616A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1.5</a:t>
            </a:r>
            <a:r>
              <a:rPr kumimoji="1" lang="zh-CN" altLang="en-US" dirty="0"/>
              <a:t> </a:t>
            </a:r>
            <a:r>
              <a:rPr kumimoji="1" lang="en-US" altLang="zh-CN" dirty="0"/>
              <a:t>Unity</a:t>
            </a:r>
            <a:r>
              <a:rPr kumimoji="1" lang="zh-CN" altLang="en-US" dirty="0"/>
              <a:t>资源商店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7FEB59-39D8-5345-8D1F-5C405D35D4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由</a:t>
            </a:r>
            <a:r>
              <a:rPr kumimoji="1" lang="en-US" altLang="zh-CN" dirty="0"/>
              <a:t>Unity</a:t>
            </a:r>
            <a:r>
              <a:rPr kumimoji="1" lang="zh-CN" altLang="en-US" dirty="0"/>
              <a:t>官方或第三发开发者上传的一些好用的资源。</a:t>
            </a:r>
            <a:endParaRPr kumimoji="1" lang="en-US" altLang="zh-CN" dirty="0"/>
          </a:p>
          <a:p>
            <a:r>
              <a:rPr kumimoji="1" lang="zh-CN" altLang="en-US" dirty="0"/>
              <a:t>包括项目、代码、模型、着色器等供开发者学习</a:t>
            </a:r>
            <a:endParaRPr kumimoji="1" lang="en-US" altLang="zh-CN" dirty="0"/>
          </a:p>
          <a:p>
            <a:r>
              <a:rPr kumimoji="1" lang="zh-CN" altLang="en-US" dirty="0"/>
              <a:t>推荐下载官方提供的</a:t>
            </a:r>
            <a:r>
              <a:rPr kumimoji="1" lang="en-US" altLang="zh-CN" dirty="0"/>
              <a:t>Demo</a:t>
            </a:r>
          </a:p>
          <a:p>
            <a:r>
              <a:rPr kumimoji="1" lang="zh-CN" altLang="en-US" dirty="0"/>
              <a:t>自</a:t>
            </a:r>
            <a:r>
              <a:rPr kumimoji="1" lang="en-US" altLang="zh-CN" dirty="0"/>
              <a:t>2020</a:t>
            </a:r>
            <a:r>
              <a:rPr kumimoji="1" lang="zh-CN" altLang="en-US" dirty="0"/>
              <a:t>年开始无法在</a:t>
            </a:r>
            <a:r>
              <a:rPr kumimoji="1" lang="en-US" altLang="zh-CN" dirty="0"/>
              <a:t>Unity</a:t>
            </a:r>
            <a:r>
              <a:rPr kumimoji="1" lang="zh-CN" altLang="en-US" dirty="0"/>
              <a:t>中直接打开资源商店，需要在资源商店网站上购买后在</a:t>
            </a:r>
            <a:r>
              <a:rPr kumimoji="1" lang="en-US" altLang="zh-CN" dirty="0" err="1"/>
              <a:t>PackageManage</a:t>
            </a:r>
            <a:r>
              <a:rPr kumimoji="1" lang="zh-CN" altLang="en-US" dirty="0"/>
              <a:t>中安装</a:t>
            </a:r>
            <a:endParaRPr kumimoji="1" lang="en-US" altLang="zh-CN" dirty="0"/>
          </a:p>
          <a:p>
            <a:r>
              <a:rPr kumimoji="1" lang="en" altLang="zh-CN" dirty="0">
                <a:hlinkClick r:id="rId2"/>
              </a:rPr>
              <a:t>https://assetstore.unity.com/</a:t>
            </a:r>
            <a:endParaRPr kumimoji="1" lang="en" altLang="zh-CN" dirty="0"/>
          </a:p>
          <a:p>
            <a:r>
              <a:rPr kumimoji="1" lang="zh-CN" altLang="en-US" dirty="0"/>
              <a:t>购买资源后选择</a:t>
            </a:r>
            <a:r>
              <a:rPr kumimoji="1" lang="en-US" altLang="zh-CN" dirty="0" err="1"/>
              <a:t>MyAssegs</a:t>
            </a:r>
            <a:r>
              <a:rPr kumimoji="1" lang="zh-CN" altLang="en-US" dirty="0"/>
              <a:t>就可以安装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1ED850F-0582-B341-90D4-DE1E47D519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4704" y="4699000"/>
            <a:ext cx="45212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3724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BD892E-03AC-E646-92F2-FCD39C1BE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1.6</a:t>
            </a:r>
            <a:r>
              <a:rPr kumimoji="1" lang="zh-CN" altLang="en-US" dirty="0"/>
              <a:t> 示例项目打包与发布</a:t>
            </a:r>
            <a:br>
              <a:rPr kumimoji="1" lang="en-US" altLang="zh-CN" dirty="0"/>
            </a:br>
            <a:endParaRPr kumimoji="1"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073FCF41-8512-E940-98EC-D65F206C94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4564"/>
            <a:ext cx="10515600" cy="1354897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在</a:t>
            </a:r>
            <a:r>
              <a:rPr kumimoji="1" lang="en-US" altLang="zh-CN" dirty="0"/>
              <a:t>Build Setting</a:t>
            </a:r>
            <a:r>
              <a:rPr kumimoji="1" lang="zh-CN" altLang="en-US" dirty="0"/>
              <a:t>左侧选择平台，就可以打包发布了。</a:t>
            </a:r>
            <a:endParaRPr kumimoji="1" lang="en-US" altLang="zh-CN" dirty="0"/>
          </a:p>
          <a:p>
            <a:r>
              <a:rPr kumimoji="1" lang="zh-CN" altLang="en-US" dirty="0"/>
              <a:t>如遇平台无法发布，说明缺少构建环境，可以打开页面查看详情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BD81323-48F8-3548-B3D4-C5A7E14CE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356" y="2968487"/>
            <a:ext cx="5211644" cy="343852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3F34932-61CA-3247-8F42-48CDCA9EB8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760" y="2916479"/>
            <a:ext cx="5172718" cy="3490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3473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3493D4-2E40-704B-BB24-7D684F64E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1.6</a:t>
            </a:r>
            <a:r>
              <a:rPr kumimoji="1" lang="zh-CN" altLang="en-US" dirty="0"/>
              <a:t> 示例项目打包与发布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6A793E35-2EB5-3E4D-9E99-C6B7DDE5C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04324"/>
          </a:xfrm>
        </p:spPr>
        <p:txBody>
          <a:bodyPr/>
          <a:lstStyle/>
          <a:p>
            <a:r>
              <a:rPr kumimoji="1" lang="zh-CN" altLang="en-US" dirty="0"/>
              <a:t>以</a:t>
            </a:r>
            <a:r>
              <a:rPr kumimoji="1" lang="en-US" altLang="zh-CN" dirty="0"/>
              <a:t>IOS</a:t>
            </a:r>
            <a:r>
              <a:rPr kumimoji="1" lang="zh-CN" altLang="en-US" dirty="0"/>
              <a:t>平台为例，发布后会生成</a:t>
            </a:r>
            <a:r>
              <a:rPr kumimoji="1" lang="en-US" altLang="zh-CN" dirty="0" err="1"/>
              <a:t>Xcode</a:t>
            </a:r>
            <a:r>
              <a:rPr kumimoji="1" lang="zh-CN" altLang="en-US" dirty="0"/>
              <a:t>工程，再以模拟器的方式才可以运行游戏</a:t>
            </a:r>
          </a:p>
        </p:txBody>
      </p:sp>
      <p:pic>
        <p:nvPicPr>
          <p:cNvPr id="6" name="内容占位符 3" descr="../Desktop/Snip20180611_9.png">
            <a:extLst>
              <a:ext uri="{FF2B5EF4-FFF2-40B4-BE49-F238E27FC236}">
                <a16:creationId xmlns:a16="http://schemas.microsoft.com/office/drawing/2014/main" id="{3080C41E-B005-794C-BB0C-FD311528FAC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213" y="3006276"/>
            <a:ext cx="5257800" cy="3606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547299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166ACD-F517-3742-9C53-12DF1F2F2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1.7 Unity</a:t>
            </a:r>
            <a:r>
              <a:rPr kumimoji="1" lang="zh-CN" altLang="en-US" dirty="0"/>
              <a:t>服务</a:t>
            </a:r>
            <a:br>
              <a:rPr kumimoji="1" lang="en-US" altLang="zh-CN" dirty="0"/>
            </a:b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CAA944-73E5-EA40-9EE4-95A0FF8C12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7572"/>
            <a:ext cx="10515600" cy="4893227"/>
          </a:xfrm>
        </p:spPr>
        <p:txBody>
          <a:bodyPr/>
          <a:lstStyle/>
          <a:p>
            <a:r>
              <a:rPr lang="en-US" altLang="zh-CN" b="1" dirty="0"/>
              <a:t>Cloud Build</a:t>
            </a:r>
            <a:r>
              <a:rPr lang="zh-CN" altLang="zh-CN" dirty="0"/>
              <a:t>：远程云构建，云打包。</a:t>
            </a:r>
          </a:p>
          <a:p>
            <a:r>
              <a:rPr lang="en-US" altLang="zh-CN" b="1" dirty="0"/>
              <a:t>Ads</a:t>
            </a:r>
            <a:r>
              <a:rPr lang="zh-CN" altLang="zh-CN" dirty="0"/>
              <a:t>：内置广告，开发者变现平台。</a:t>
            </a:r>
          </a:p>
          <a:p>
            <a:r>
              <a:rPr lang="en-US" altLang="zh-CN" b="1" dirty="0"/>
              <a:t>Analytics</a:t>
            </a:r>
            <a:r>
              <a:rPr lang="zh-CN" altLang="zh-CN" dirty="0"/>
              <a:t>：挖掘玩家行为数据，添加标准以及自定义事件，提供分析面板等。</a:t>
            </a:r>
          </a:p>
          <a:p>
            <a:r>
              <a:rPr lang="en-US" altLang="zh-CN" b="1" dirty="0"/>
              <a:t>Collaborate</a:t>
            </a:r>
            <a:r>
              <a:rPr lang="zh-CN" altLang="zh-CN" dirty="0"/>
              <a:t>：项目版本管理服务，多人开发可以很方便地保存并且同步项目。</a:t>
            </a:r>
          </a:p>
          <a:p>
            <a:r>
              <a:rPr lang="en-US" altLang="zh-CN" b="1" dirty="0"/>
              <a:t>Performance Reporting</a:t>
            </a:r>
            <a:r>
              <a:rPr lang="zh-CN" altLang="zh-CN" dirty="0"/>
              <a:t>：捕获玩家在游戏中产生的错误日志，可以后台中分析查询。</a:t>
            </a:r>
          </a:p>
          <a:p>
            <a:r>
              <a:rPr lang="en-US" altLang="zh-CN" b="1" dirty="0"/>
              <a:t>In-App Purchasing</a:t>
            </a:r>
            <a:r>
              <a:rPr lang="zh-CN" altLang="zh-CN" dirty="0"/>
              <a:t>：跨平台充值接口。</a:t>
            </a:r>
          </a:p>
          <a:p>
            <a:r>
              <a:rPr lang="en-US" altLang="zh-CN" b="1" dirty="0"/>
              <a:t>Multiplayer</a:t>
            </a:r>
            <a:r>
              <a:rPr lang="zh-CN" altLang="zh-CN" dirty="0"/>
              <a:t>：点对点创建实时多人联网游戏框架。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882623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835</Words>
  <Application>Microsoft Macintosh PowerPoint</Application>
  <PresentationFormat>宽屏</PresentationFormat>
  <Paragraphs>67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9" baseType="lpstr">
      <vt:lpstr>等线</vt:lpstr>
      <vt:lpstr>等线 Light</vt:lpstr>
      <vt:lpstr>Arial</vt:lpstr>
      <vt:lpstr>Office 主题​​</vt:lpstr>
      <vt:lpstr>Unity3D游戏开发第三版</vt:lpstr>
      <vt:lpstr>第一章 基础知识</vt:lpstr>
      <vt:lpstr>1.1 Unity简介 </vt:lpstr>
      <vt:lpstr>1.2 跨平台 </vt:lpstr>
      <vt:lpstr>PowerPoint 演示文稿</vt:lpstr>
      <vt:lpstr>1.3 协作开发</vt:lpstr>
      <vt:lpstr>1.4 Unity版本 </vt:lpstr>
      <vt:lpstr>1.4 Unity HUB</vt:lpstr>
      <vt:lpstr>1.4.1 Unity内置资源着色器 </vt:lpstr>
      <vt:lpstr>1.5 Package Manager</vt:lpstr>
      <vt:lpstr>PowerPoint 演示文稿</vt:lpstr>
      <vt:lpstr>1.5 Unity资源商店</vt:lpstr>
      <vt:lpstr>1.6 示例项目打包与发布 </vt:lpstr>
      <vt:lpstr>1.6 示例项目打包与发布</vt:lpstr>
      <vt:lpstr>1.7 Unity服务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Unity3D游戏开发第二版</dc:title>
  <dc:creator>Microsoft Office User</dc:creator>
  <cp:lastModifiedBy>雨松momo</cp:lastModifiedBy>
  <cp:revision>12</cp:revision>
  <dcterms:created xsi:type="dcterms:W3CDTF">2021-01-24T07:21:43Z</dcterms:created>
  <dcterms:modified xsi:type="dcterms:W3CDTF">2023-10-13T14:46:10Z</dcterms:modified>
</cp:coreProperties>
</file>