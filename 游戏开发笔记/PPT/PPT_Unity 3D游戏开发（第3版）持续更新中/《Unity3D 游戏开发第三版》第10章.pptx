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5E127-786D-71C0-2575-5FFDBC32A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A79F14-F8D6-1930-B21A-3FBB79CD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DFADF3-D3B5-5E10-DAE1-70E0A675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02135A-57D1-B736-A657-7FBF6380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C86D59-206E-DD46-579C-AA43238B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996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15AD-E70F-A7AE-6314-E92AA68D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681460-1F27-17F3-DFAE-172E67E6D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079F2-9054-1664-8C24-DD99CE0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D2B5A1-C81C-C878-219C-F1BD5913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C75930-CA55-0D97-78B5-4CA9095A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79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3C0D7-A121-3016-E4F2-CB06DD7E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787E74-BF55-4B29-9542-2857A2F8D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047207-7A2E-7B82-13EF-2384D93D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66FE6-6CCC-0F2F-CF9D-CB3E3C40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1811F-6436-A015-D01C-DC216A65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6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3BB8B-BB1C-731D-D326-4D420926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78D8C-3BFF-7944-EF5A-68FD4F533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E5DC02-EAD6-5A0B-99A0-7B37BE915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25095-9E6D-0B5A-B1B6-01A29CB5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DF0968-F315-E018-C75C-FE8233A5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0CC68-C19B-3945-E666-FE42984E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81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A6097-D423-EE3E-9AF4-41392AA1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3D7D0C-C187-6F53-E22F-2E2071617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CAC7C-4876-89CB-7DD4-A35526EBC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6EFF1B-C85B-17D2-0EC7-36DDD0665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769DC3-23A2-467F-B73C-F2BDC065D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F679AA-35C5-09A7-7D7F-47EFCC3B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24497E-DC66-203B-3647-42398EBCC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E69B99-938E-1FD3-10AD-295DB980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19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B3DEA-1C3A-E5F2-1EF7-87020262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AE61AF-1D5A-BBD3-7ED2-D300A922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FD4C30-7D7F-6A21-142B-EE034582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8DD21E-3347-94E3-9DC3-378EA660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259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951631-4F55-0F01-2FCF-FAAE1D06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34B029-5A25-A44B-BBBC-88C015AD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1B9BA-0B0A-9C90-9399-91E8851C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206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3DE1B-174D-CB00-6EB2-2A8BA26FD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CAAD4-6913-9437-85DE-88F182CB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8EF117-996F-EA0C-7E4C-82B390ED7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9270B7-6758-4BCD-5CDF-4CE3F26E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6DDC06-85B3-8814-E93D-4C4C2361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B1F3CC-BBBA-9079-9213-5666D242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58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8F540-FA7D-4EF3-449B-FB1005FC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402558-7A59-26A0-E2E3-429C50D8E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EE89D6-8B8A-A04D-41FE-7F894ABB4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FD929-2B02-AF5E-64D2-F9168712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11975E-8F41-9A92-EE73-F8D27448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921FF-9D64-AB9A-0C69-99F0FD5E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68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93D05-AD87-A092-DBDF-A2CA7116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A0721-D072-A0B2-223D-FC4D5F900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957272-EA3B-B0ED-BF1F-B06D201D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91141-881A-87C8-927D-1C552A9E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E1DCC-07C5-F0CB-6030-1CC66340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9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1B5EA7-5D4E-C390-8456-9BCF538CD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5F270-46B2-37B4-D791-53EC9086A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590FF2-2971-FCAA-70A2-BC190EEA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42F50-3EBE-CB9C-AE85-7BE5CBAD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E8408-B3A1-A9B8-B3FF-A8CAF3C7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14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BC7C7C-3010-ED7D-3D4B-937020D84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11FAD4-0886-4A73-8B4D-01BBD4E7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7ABE74-F20F-9425-1647-9D48CE569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3CAF6-9AC4-8A46-A19B-1BE22010B226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58319-AAF1-C2D1-5E5E-4F778476F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C8F49-B639-75AF-D1EA-0BF13B323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7D692-4A7D-2D4D-A43F-0B8FEEEE94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561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https://docs.unity3d.com/2023.1/Documentation/uploads/Main/AudioMixerSignalPath.pn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5BC5A-8E7F-42B2-5270-428C8B7C61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ABB940-BF4F-9A25-5979-C3F6C91ED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第十章</a:t>
            </a:r>
          </a:p>
        </p:txBody>
      </p:sp>
    </p:spTree>
    <p:extLst>
      <p:ext uri="{BB962C8B-B14F-4D97-AF65-F5344CB8AC3E}">
        <p14:creationId xmlns:p14="http://schemas.microsoft.com/office/powerpoint/2010/main" val="335850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F0C70-6945-613A-7CA0-5B3C859C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10</a:t>
            </a:r>
            <a:r>
              <a:rPr kumimoji="1" lang="zh-CN" altLang="en-US" dirty="0"/>
              <a:t>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4A4B7-5815-2202-E96E-48C60B23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10.1</a:t>
            </a:r>
            <a:r>
              <a:rPr kumimoji="1" lang="zh-CN" altLang="en-US" dirty="0"/>
              <a:t> 音频</a:t>
            </a:r>
            <a:endParaRPr kumimoji="1" lang="en-US" altLang="zh-CN" dirty="0"/>
          </a:p>
          <a:p>
            <a:r>
              <a:rPr kumimoji="1" lang="en-US" altLang="zh-CN" dirty="0"/>
              <a:t>10.2</a:t>
            </a:r>
            <a:r>
              <a:rPr kumimoji="1" lang="zh-CN" altLang="en-US" dirty="0"/>
              <a:t> 视频</a:t>
            </a:r>
          </a:p>
        </p:txBody>
      </p:sp>
    </p:spTree>
    <p:extLst>
      <p:ext uri="{BB962C8B-B14F-4D97-AF65-F5344CB8AC3E}">
        <p14:creationId xmlns:p14="http://schemas.microsoft.com/office/powerpoint/2010/main" val="130523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F39CD-0039-A4E7-59D4-786B57E8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</a:t>
            </a:r>
            <a:r>
              <a:rPr kumimoji="1" lang="zh-CN" altLang="en-US" dirty="0"/>
              <a:t> 音频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468E0-D62A-35AF-9A9E-6F04968C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/>
          <a:lstStyle/>
          <a:p>
            <a:r>
              <a:rPr kumimoji="1" lang="en-US" altLang="zh-CN" dirty="0"/>
              <a:t>Audio Source</a:t>
            </a:r>
            <a:r>
              <a:rPr kumimoji="1" lang="zh-CN" altLang="en-US" dirty="0"/>
              <a:t>组件设置声音内容</a:t>
            </a:r>
            <a:endParaRPr kumimoji="1" lang="en-US" altLang="zh-CN" dirty="0"/>
          </a:p>
          <a:p>
            <a:r>
              <a:rPr kumimoji="1" lang="en-US" altLang="zh-CN" dirty="0"/>
              <a:t>Audio Listener</a:t>
            </a:r>
            <a:r>
              <a:rPr kumimoji="1" lang="zh-CN" altLang="en-US" dirty="0"/>
              <a:t>组件进行播放声音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0B8560-6DBA-2707-F63E-37FCFAD2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24" y="3910178"/>
            <a:ext cx="38163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4D114-D87E-742A-9229-284FBA1B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10.1.1</a:t>
            </a:r>
            <a:r>
              <a:rPr kumimoji="1" lang="zh-CN" altLang="en-US" dirty="0"/>
              <a:t> 音频文件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B33A3-D3BB-99AA-4CDB-5CF8604D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kumimoji="1" lang="en" altLang="zh-CN" dirty="0"/>
              <a:t>Unity</a:t>
            </a:r>
            <a:r>
              <a:rPr kumimoji="1" lang="zh-CN" altLang="en-US" dirty="0"/>
              <a:t>支持的音频文件非常丰富，包括 </a:t>
            </a:r>
            <a:r>
              <a:rPr kumimoji="1" lang="en-US" altLang="zh-CN" dirty="0"/>
              <a:t>.</a:t>
            </a:r>
            <a:r>
              <a:rPr kumimoji="1" lang="en" altLang="zh-CN" dirty="0"/>
              <a:t>mp3</a:t>
            </a:r>
            <a:r>
              <a:rPr kumimoji="1" lang="zh-CN" altLang="en" dirty="0"/>
              <a:t>、</a:t>
            </a:r>
            <a:r>
              <a:rPr kumimoji="1" lang="en" altLang="zh-CN" dirty="0"/>
              <a:t>.</a:t>
            </a:r>
            <a:r>
              <a:rPr kumimoji="1" lang="en" altLang="zh-CN" dirty="0" err="1"/>
              <a:t>ogg</a:t>
            </a:r>
            <a:r>
              <a:rPr kumimoji="1" lang="zh-CN" altLang="en" dirty="0"/>
              <a:t>、</a:t>
            </a:r>
            <a:r>
              <a:rPr kumimoji="1" lang="en" altLang="zh-CN" dirty="0"/>
              <a:t>.wav</a:t>
            </a:r>
            <a:r>
              <a:rPr kumimoji="1" lang="zh-CN" altLang="en" dirty="0"/>
              <a:t>、</a:t>
            </a:r>
            <a:r>
              <a:rPr kumimoji="1" lang="en" altLang="zh-CN" dirty="0"/>
              <a:t>.</a:t>
            </a:r>
            <a:r>
              <a:rPr kumimoji="1" lang="en" altLang="zh-CN" dirty="0" err="1"/>
              <a:t>aiff</a:t>
            </a:r>
            <a:r>
              <a:rPr kumimoji="1" lang="zh-CN" altLang="en" dirty="0"/>
              <a:t>、</a:t>
            </a:r>
            <a:r>
              <a:rPr kumimoji="1" lang="en" altLang="zh-CN" dirty="0"/>
              <a:t>.</a:t>
            </a:r>
            <a:r>
              <a:rPr kumimoji="1" lang="en" altLang="zh-CN" dirty="0" err="1"/>
              <a:t>aif</a:t>
            </a:r>
            <a:r>
              <a:rPr kumimoji="1" lang="zh-CN" altLang="en" dirty="0"/>
              <a:t>、</a:t>
            </a:r>
            <a:r>
              <a:rPr kumimoji="1" lang="en" altLang="zh-CN" dirty="0"/>
              <a:t>.mod</a:t>
            </a:r>
            <a:r>
              <a:rPr kumimoji="1" lang="zh-CN" altLang="en" dirty="0"/>
              <a:t>、</a:t>
            </a:r>
            <a:r>
              <a:rPr kumimoji="1" lang="en" altLang="zh-CN" dirty="0"/>
              <a:t>.it</a:t>
            </a:r>
            <a:r>
              <a:rPr kumimoji="1" lang="zh-CN" altLang="en" dirty="0"/>
              <a:t>、</a:t>
            </a:r>
            <a:r>
              <a:rPr kumimoji="1" lang="en" altLang="zh-CN" dirty="0"/>
              <a:t>.s3m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.</a:t>
            </a:r>
            <a:r>
              <a:rPr kumimoji="1" lang="en" altLang="zh-CN" dirty="0" err="1"/>
              <a:t>xm</a:t>
            </a:r>
            <a:endParaRPr kumimoji="1" lang="en" altLang="zh-CN" dirty="0"/>
          </a:p>
          <a:p>
            <a:r>
              <a:rPr kumimoji="1" lang="zh-CN" altLang="en-US" dirty="0"/>
              <a:t>声音</a:t>
            </a:r>
            <a:r>
              <a:rPr kumimoji="1" lang="zh-CN" altLang="en" dirty="0"/>
              <a:t>文件</a:t>
            </a:r>
            <a:r>
              <a:rPr kumimoji="1" lang="zh-CN" altLang="en-US" dirty="0"/>
              <a:t>拖入即可查看</a:t>
            </a:r>
            <a:endParaRPr kumimoji="1" lang="en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B7BBF9-E871-631C-DF35-E032BEAFB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67" y="3706813"/>
            <a:ext cx="4102100" cy="29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5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5B162-E191-4B34-A2E8-517499F6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10.1.2</a:t>
            </a:r>
            <a:r>
              <a:rPr kumimoji="1" lang="zh-CN" altLang="en-US" dirty="0"/>
              <a:t> </a:t>
            </a:r>
            <a:r>
              <a:rPr kumimoji="1" lang="en-US" altLang="zh-CN" dirty="0"/>
              <a:t>Audio </a:t>
            </a:r>
            <a:r>
              <a:rPr kumimoji="1" lang="en-US" altLang="zh-CN" dirty="0" err="1"/>
              <a:t>Souces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4DCA3-D148-4D9F-3FB2-B427E5388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8403"/>
          </a:xfrm>
        </p:spPr>
        <p:txBody>
          <a:bodyPr/>
          <a:lstStyle/>
          <a:p>
            <a:r>
              <a:rPr kumimoji="1" lang="zh-CN" altLang="en-US" dirty="0"/>
              <a:t>设置声音内容</a:t>
            </a:r>
            <a:endParaRPr kumimoji="1" lang="en-US" altLang="zh-CN" dirty="0"/>
          </a:p>
          <a:p>
            <a:r>
              <a:rPr kumimoji="1" lang="zh-CN" altLang="en-US" dirty="0"/>
              <a:t>是否循环、混音等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5C2C05-6F89-9918-48DE-2D04C834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35" y="435610"/>
            <a:ext cx="3444240" cy="605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7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B9242-FDF8-3141-1C72-8879D35B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10.1.3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音频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F06D3-BE27-A27B-BEAA-1BEC8BE58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根据声音的远近方向来调整总体音量和左右声道的音量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DACEE4-9086-0779-6AA3-7FC085F997F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257810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504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A72F1-ACC7-24BA-282C-0CD8B731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10.1.4</a:t>
            </a:r>
            <a:r>
              <a:rPr kumimoji="1" lang="zh-CN" altLang="en-US" dirty="0"/>
              <a:t> 播放声音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D885B-70BD-71E2-F445-D9CB07B1F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5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5E0828-7DAC-0F51-6332-2882A9044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534160"/>
            <a:ext cx="5270500" cy="18948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136FD24-A491-893C-E8D0-FCAE37A08832}"/>
              </a:ext>
            </a:extLst>
          </p:cNvPr>
          <p:cNvSpPr txBox="1"/>
          <p:nvPr/>
        </p:nvSpPr>
        <p:spPr>
          <a:xfrm>
            <a:off x="825500" y="3685457"/>
            <a:ext cx="61927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PlayAudioClip</a:t>
            </a:r>
            <a:r>
              <a:rPr kumimoji="1" lang="en" altLang="zh-CN" dirty="0"/>
              <a:t>(clip2, delegate (</a:t>
            </a:r>
            <a:r>
              <a:rPr kumimoji="1" lang="en" altLang="zh-CN" dirty="0" err="1"/>
              <a:t>AudioClip</a:t>
            </a:r>
            <a:r>
              <a:rPr kumimoji="1" lang="en" altLang="zh-CN" dirty="0"/>
              <a:t> clip) {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Debug.LogFormat</a:t>
            </a:r>
            <a:r>
              <a:rPr kumimoji="1" lang="en" altLang="zh-CN" dirty="0"/>
              <a:t>("</a:t>
            </a:r>
            <a:r>
              <a:rPr kumimoji="1" lang="zh-CN" altLang="en-US" dirty="0"/>
              <a:t>音频：</a:t>
            </a:r>
            <a:r>
              <a:rPr kumimoji="1" lang="en-US" altLang="zh-CN" dirty="0"/>
              <a:t>{0}</a:t>
            </a:r>
            <a:r>
              <a:rPr kumimoji="1" lang="zh-CN" altLang="en-US" dirty="0"/>
              <a:t>播放结束</a:t>
            </a:r>
            <a:r>
              <a:rPr kumimoji="1" lang="en-US" altLang="zh-CN" dirty="0"/>
              <a:t>", </a:t>
            </a:r>
            <a:r>
              <a:rPr kumimoji="1" lang="en" altLang="zh-CN" dirty="0" err="1"/>
              <a:t>clip.name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});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E799A4-2AE7-1B61-2B5E-17FE831BD847}"/>
              </a:ext>
            </a:extLst>
          </p:cNvPr>
          <p:cNvSpPr txBox="1"/>
          <p:nvPr/>
        </p:nvSpPr>
        <p:spPr>
          <a:xfrm>
            <a:off x="-136634" y="4780626"/>
            <a:ext cx="94179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void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PlayAudioClip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AudioClip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clip, Action&lt;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AudioClip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callback)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{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StopAudioClip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source.clip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clip;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source.Play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m_Coroutine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StartCoroutine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AduioClipCallback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(clip, callback));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}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89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795C6-B7B9-639B-1E2D-139AA74C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10.1.5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AudioMixer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9C909-405F-9B7E-8DE7-749D3E24A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9823"/>
          </a:xfrm>
        </p:spPr>
        <p:txBody>
          <a:bodyPr/>
          <a:lstStyle/>
          <a:p>
            <a:r>
              <a:rPr kumimoji="1" lang="zh-CN" altLang="en-US" dirty="0"/>
              <a:t>混音，将多个音频交个混音器统一管理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3B7F1-5F6F-62C0-2636-2D8DF9AD4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954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7" name="图片 7" descr="https://docs.unity3d.com/2023.1/Documentation/uploads/Main/AudioMixerSignalPath.png">
            <a:extLst>
              <a:ext uri="{FF2B5EF4-FFF2-40B4-BE49-F238E27FC236}">
                <a16:creationId xmlns:a16="http://schemas.microsoft.com/office/drawing/2014/main" id="{60DED492-9F1B-47C2-7A27-29614C7F0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676" y="3130385"/>
            <a:ext cx="5270500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65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48318-4627-850C-8490-A0329DCA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10.1.6</a:t>
            </a:r>
            <a:r>
              <a:rPr kumimoji="1" lang="zh-CN" altLang="en-US" dirty="0"/>
              <a:t> 混音区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A6C55-5C28-8DE1-A8E4-8E1BF620B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6251"/>
          </a:xfrm>
        </p:spPr>
        <p:txBody>
          <a:bodyPr/>
          <a:lstStyle/>
          <a:p>
            <a:r>
              <a:rPr kumimoji="1" lang="zh-CN" altLang="en-US" dirty="0"/>
              <a:t>模拟复杂的游戏场景</a:t>
            </a:r>
            <a:endParaRPr kumimoji="1" lang="en-US" altLang="zh-CN" dirty="0"/>
          </a:p>
          <a:p>
            <a:r>
              <a:rPr kumimoji="1" lang="zh-CN" altLang="en-US" dirty="0"/>
              <a:t>闹市、山洞、卧室等等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F9A082-0366-67C4-3BDD-B189F8AE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36" y="3233234"/>
            <a:ext cx="4498975" cy="230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E42A3-C26F-E6B4-49D5-E53E5FF6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10.1.7</a:t>
            </a:r>
            <a:r>
              <a:rPr kumimoji="1" lang="zh-CN" altLang="en-US" dirty="0"/>
              <a:t> 麦克风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3AA143-8CED-8381-1E05-FE07833B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7065"/>
          </a:xfrm>
        </p:spPr>
        <p:txBody>
          <a:bodyPr/>
          <a:lstStyle/>
          <a:p>
            <a:r>
              <a:rPr kumimoji="1" lang="zh-CN" altLang="en-US" dirty="0"/>
              <a:t>获取硬件的麦克风录音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50776D-95D0-DDFA-FDAF-29FCAC60CA7D}"/>
              </a:ext>
            </a:extLst>
          </p:cNvPr>
          <p:cNvSpPr txBox="1"/>
          <p:nvPr/>
        </p:nvSpPr>
        <p:spPr>
          <a:xfrm>
            <a:off x="838200" y="2409524"/>
            <a:ext cx="6867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m_Clip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Microphone.Start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Microphone.devices</a:t>
            </a:r>
            <a:r>
              <a:rPr kumimoji="1" lang="en" altLang="zh-CN" dirty="0"/>
              <a:t>[0], true, 10, 44100);</a:t>
            </a:r>
          </a:p>
          <a:p>
            <a:r>
              <a:rPr kumimoji="1" lang="en" altLang="zh-CN" dirty="0" err="1"/>
              <a:t>Microphone.End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Microphone.devices</a:t>
            </a:r>
            <a:r>
              <a:rPr kumimoji="1" lang="en" altLang="zh-CN" dirty="0"/>
              <a:t>[0]);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62FB33-569B-06B8-4E20-11CFF0758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4" y="3639754"/>
            <a:ext cx="3468370" cy="234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4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9CC8F-9B4A-3C04-2B2A-55B47004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10.1.8</a:t>
            </a:r>
            <a:r>
              <a:rPr kumimoji="1" lang="zh-CN" altLang="en-US" dirty="0"/>
              <a:t> 调节音乐进度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F1B46E-DC6C-E637-2BC9-0CAB06886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94" y="1620258"/>
            <a:ext cx="3908425" cy="15227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9051ABE-054A-A280-8FDF-4A6BA8713FBC}"/>
              </a:ext>
            </a:extLst>
          </p:cNvPr>
          <p:cNvSpPr txBox="1"/>
          <p:nvPr/>
        </p:nvSpPr>
        <p:spPr>
          <a:xfrm>
            <a:off x="999194" y="3429000"/>
            <a:ext cx="48654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slider.minValue</a:t>
            </a:r>
            <a:r>
              <a:rPr kumimoji="1" lang="en" altLang="zh-CN" dirty="0"/>
              <a:t> = 0;</a:t>
            </a:r>
          </a:p>
          <a:p>
            <a:r>
              <a:rPr kumimoji="1" lang="en" altLang="zh-CN" dirty="0" err="1"/>
              <a:t>slider.maxValue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source.clip.length</a:t>
            </a:r>
            <a:r>
              <a:rPr kumimoji="1" lang="en" altLang="zh-CN" dirty="0"/>
              <a:t>;</a:t>
            </a:r>
          </a:p>
          <a:p>
            <a:endParaRPr kumimoji="1" lang="en" altLang="zh-CN" dirty="0"/>
          </a:p>
          <a:p>
            <a:r>
              <a:rPr kumimoji="1" lang="en" altLang="zh-CN" dirty="0" err="1"/>
              <a:t>slider.onValueChanged.AddListener</a:t>
            </a:r>
            <a:r>
              <a:rPr kumimoji="1" lang="en" altLang="zh-CN" dirty="0"/>
              <a:t>((value)=&gt; {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source.Stop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source.time</a:t>
            </a:r>
            <a:r>
              <a:rPr kumimoji="1" lang="en" altLang="zh-CN" dirty="0"/>
              <a:t> = value;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source.Play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});</a:t>
            </a:r>
          </a:p>
          <a:p>
            <a:endParaRPr kumimoji="1" lang="en" altLang="zh-CN" dirty="0"/>
          </a:p>
          <a:p>
            <a:r>
              <a:rPr kumimoji="1" lang="en" altLang="zh-CN" dirty="0" err="1"/>
              <a:t>source.Play</a:t>
            </a:r>
            <a:r>
              <a:rPr kumimoji="1" lang="en" altLang="zh-CN" dirty="0"/>
              <a:t>();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1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16034-A940-4901-C274-E06FFC39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</a:t>
            </a:r>
            <a:r>
              <a:rPr kumimoji="1" lang="zh-CN" altLang="en-US" dirty="0"/>
              <a:t> 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5ADB8-6D0D-6744-9A8B-7D7A65BC4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1883" cy="4351338"/>
          </a:xfrm>
        </p:spPr>
        <p:txBody>
          <a:bodyPr/>
          <a:lstStyle/>
          <a:p>
            <a:r>
              <a:rPr kumimoji="1" lang="en" altLang="zh-CN" dirty="0"/>
              <a:t>Unity</a:t>
            </a:r>
            <a:r>
              <a:rPr kumimoji="1" lang="zh-CN" altLang="en-US" dirty="0"/>
              <a:t>支持的视频文件包括 </a:t>
            </a:r>
            <a:r>
              <a:rPr kumimoji="1" lang="en-US" altLang="zh-CN" dirty="0"/>
              <a:t>.</a:t>
            </a:r>
            <a:r>
              <a:rPr kumimoji="1" lang="en" altLang="zh-CN" dirty="0"/>
              <a:t>mp4</a:t>
            </a:r>
            <a:r>
              <a:rPr kumimoji="1" lang="zh-CN" altLang="en" dirty="0"/>
              <a:t>、</a:t>
            </a:r>
            <a:r>
              <a:rPr kumimoji="1" lang="en" altLang="zh-CN" dirty="0"/>
              <a:t>.mov</a:t>
            </a:r>
            <a:r>
              <a:rPr kumimoji="1" lang="zh-CN" altLang="en" dirty="0"/>
              <a:t>、</a:t>
            </a:r>
            <a:r>
              <a:rPr kumimoji="1" lang="en" altLang="zh-CN" dirty="0"/>
              <a:t>.</a:t>
            </a:r>
            <a:r>
              <a:rPr kumimoji="1" lang="en" altLang="zh-CN" dirty="0" err="1"/>
              <a:t>webm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.</a:t>
            </a:r>
            <a:r>
              <a:rPr kumimoji="1" lang="en" altLang="zh-CN" dirty="0" err="1"/>
              <a:t>wmv</a:t>
            </a:r>
            <a:endParaRPr kumimoji="1" lang="en" altLang="zh-CN" dirty="0"/>
          </a:p>
          <a:p>
            <a:r>
              <a:rPr kumimoji="1" lang="zh-CN" altLang="en" dirty="0"/>
              <a:t>支持</a:t>
            </a:r>
            <a:r>
              <a:rPr kumimoji="1" lang="zh-CN" altLang="en-US" dirty="0"/>
              <a:t>网址播放网络视频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EDA45A-D5D6-ADB4-9107-AA407202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049" y="1405211"/>
            <a:ext cx="3145155" cy="4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7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86E0A-9FD6-C928-C3FA-BE05BC8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10.2.1</a:t>
            </a:r>
            <a:r>
              <a:rPr kumimoji="1" lang="zh-CN" altLang="en-US" dirty="0"/>
              <a:t> 视频文件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94DC9-C4A4-AC26-2B5D-9326DFCA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272"/>
          </a:xfrm>
        </p:spPr>
        <p:txBody>
          <a:bodyPr/>
          <a:lstStyle/>
          <a:p>
            <a:r>
              <a:rPr kumimoji="1" lang="en-US" altLang="zh-CN" dirty="0"/>
              <a:t>Video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Player</a:t>
            </a:r>
            <a:r>
              <a:rPr kumimoji="1" lang="zh-CN" altLang="en-US" dirty="0"/>
              <a:t>组件播放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FAB2D5-F5D7-9BC2-D42D-C81CBBF0F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3172427"/>
            <a:ext cx="5270500" cy="27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6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5007B-9A3B-36F5-3B31-F5C4FC47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10.2.2</a:t>
            </a:r>
            <a:r>
              <a:rPr kumimoji="1" lang="zh-CN" altLang="en-US" dirty="0"/>
              <a:t> 视频渲染模式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10256E-9C66-2270-78A4-CE43FF6B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Camera Far Plane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表示将视频渲染在摄像机最远处，这样前景的</a:t>
            </a:r>
            <a:r>
              <a:rPr kumimoji="1" lang="en-US" altLang="zh-CN" dirty="0"/>
              <a:t>3</a:t>
            </a:r>
            <a:r>
              <a:rPr kumimoji="1" lang="en" altLang="zh-CN" dirty="0"/>
              <a:t>D</a:t>
            </a:r>
            <a:r>
              <a:rPr kumimoji="1" lang="zh-CN" altLang="en-US" dirty="0"/>
              <a:t>对象就会挡住视频。</a:t>
            </a:r>
          </a:p>
          <a:p>
            <a:r>
              <a:rPr kumimoji="1" lang="en" altLang="zh-CN" dirty="0"/>
              <a:t>Camera Near Plane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表示将视频渲染在摄像机最近处，这样视频就会挡住所有的</a:t>
            </a:r>
            <a:r>
              <a:rPr kumimoji="1" lang="en-US" altLang="zh-CN" dirty="0"/>
              <a:t>3</a:t>
            </a:r>
            <a:r>
              <a:rPr kumimoji="1" lang="en" altLang="zh-CN" dirty="0"/>
              <a:t>D</a:t>
            </a:r>
            <a:r>
              <a:rPr kumimoji="1" lang="zh-CN" altLang="en-US" dirty="0"/>
              <a:t>对象。</a:t>
            </a:r>
          </a:p>
          <a:p>
            <a:r>
              <a:rPr kumimoji="1" lang="en" altLang="zh-CN" dirty="0"/>
              <a:t>Render Texture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表示将视频渲染在一张纹理上。</a:t>
            </a:r>
          </a:p>
          <a:p>
            <a:r>
              <a:rPr kumimoji="1" lang="en" altLang="zh-CN" dirty="0"/>
              <a:t>Material Override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表示将视频覆盖渲染在一张指定材质上。</a:t>
            </a:r>
          </a:p>
          <a:p>
            <a:r>
              <a:rPr kumimoji="1" lang="en" altLang="zh-CN" dirty="0"/>
              <a:t>API Only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表示需要使用脚本来动态设置视频渲染的目标。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44B835-8070-59F2-7808-EFDED9E28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633" y="178456"/>
            <a:ext cx="44577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8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9B6A4-BDEE-AC34-A86B-54B88CB3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10.2.3</a:t>
            </a:r>
            <a:r>
              <a:rPr kumimoji="1" lang="zh-CN" altLang="en-US" dirty="0"/>
              <a:t> 视频自适应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2E1D-47DF-5E7D-2E9B-67917F67E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667"/>
            <a:ext cx="10515600" cy="4351338"/>
          </a:xfrm>
        </p:spPr>
        <p:txBody>
          <a:bodyPr/>
          <a:lstStyle/>
          <a:p>
            <a:r>
              <a:rPr kumimoji="1" lang="en" altLang="zh-CN" dirty="0"/>
              <a:t>Stretch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表示视频自适应，不过可能会被拉伸变形。</a:t>
            </a:r>
          </a:p>
          <a:p>
            <a:r>
              <a:rPr kumimoji="1" lang="en" altLang="zh-CN" dirty="0"/>
              <a:t>Fit Vertically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表示锁定纵向，横向会无法自适应。</a:t>
            </a:r>
          </a:p>
          <a:p>
            <a:r>
              <a:rPr kumimoji="1" lang="en" altLang="zh-CN" dirty="0"/>
              <a:t>Fit Horizontally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表示锁定横向，纵向会无法自适应。 </a:t>
            </a:r>
          </a:p>
          <a:p>
            <a:r>
              <a:rPr kumimoji="1" lang="en" altLang="zh-CN" dirty="0"/>
              <a:t>Fit Inside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表示整体锁定在最小区域。</a:t>
            </a:r>
          </a:p>
          <a:p>
            <a:r>
              <a:rPr kumimoji="1" lang="en" altLang="zh-CN" dirty="0"/>
              <a:t>Fit Outside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表示整体锁定在最大区域。</a:t>
            </a:r>
          </a:p>
          <a:p>
            <a:r>
              <a:rPr kumimoji="1" lang="en" altLang="zh-CN" dirty="0"/>
              <a:t>No Scaling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表示视频为原始大小，不会被拉伸。</a:t>
            </a:r>
            <a:endParaRPr kumimoji="1" lang="en-US" altLang="zh-CN" dirty="0"/>
          </a:p>
          <a:p>
            <a:r>
              <a:rPr kumimoji="1" lang="zh-CN" altLang="en-US" dirty="0"/>
              <a:t>在游戏中，还是尽可能使用</a:t>
            </a:r>
            <a:r>
              <a:rPr kumimoji="1" lang="en" altLang="zh-CN" dirty="0"/>
              <a:t>Stretch</a:t>
            </a:r>
            <a:r>
              <a:rPr kumimoji="1" lang="zh-CN" altLang="en" dirty="0"/>
              <a:t>。</a:t>
            </a:r>
            <a:r>
              <a:rPr kumimoji="1" lang="zh-CN" altLang="en-US" dirty="0"/>
              <a:t>无论如何修改屏幕分辨率，视频永远都会完整显示在屏幕中。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E6450B-7CD0-45B8-959B-2A0185B68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033" y="18257"/>
            <a:ext cx="44069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76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9DF71-6443-CC52-4F65-F2468A58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10.2.4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盖在视频之上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9D7F8F-EC6B-9F2E-3541-5219D280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6044"/>
          </a:xfrm>
        </p:spPr>
        <p:txBody>
          <a:bodyPr/>
          <a:lstStyle/>
          <a:p>
            <a:r>
              <a:rPr kumimoji="1" lang="en" altLang="zh-CN" dirty="0"/>
              <a:t>Video Player</a:t>
            </a:r>
            <a:r>
              <a:rPr kumimoji="1" lang="zh-CN" altLang="en-US" dirty="0"/>
              <a:t>中指定渲染在</a:t>
            </a:r>
            <a:r>
              <a:rPr kumimoji="1" lang="en" altLang="zh-CN" dirty="0"/>
              <a:t>UI</a:t>
            </a:r>
            <a:r>
              <a:rPr kumimoji="1" lang="zh-CN" altLang="en-US" dirty="0"/>
              <a:t>摄像机上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61EE5B-94D0-01FB-543D-D04DC7383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88" y="2846606"/>
            <a:ext cx="5612300" cy="33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10DC8-3B6E-497C-05A4-0A6A4158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10.2.5</a:t>
            </a:r>
            <a:r>
              <a:rPr kumimoji="1" lang="zh-CN" altLang="en-US" dirty="0"/>
              <a:t> 视频渲染在材质上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C85E3-71DB-C4BE-8063-4FFD9BA8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9203"/>
          </a:xfrm>
        </p:spPr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Material Override 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A1DA72-CACA-6240-3A3B-E5EA3E2D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19" y="2665696"/>
            <a:ext cx="5270500" cy="333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85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E2F2-A96E-7080-4560-8111412E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10.2.6 </a:t>
            </a:r>
            <a:r>
              <a:rPr kumimoji="1" lang="zh-CN" altLang="en-US" dirty="0"/>
              <a:t>视频</a:t>
            </a:r>
            <a:r>
              <a:rPr kumimoji="1" lang="en-US" altLang="zh-CN" dirty="0"/>
              <a:t>Render Texture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0026C-5C83-9938-F113-B362AA83C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6761"/>
          </a:xfrm>
        </p:spPr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Render Texture</a:t>
            </a:r>
            <a:r>
              <a:rPr kumimoji="1" lang="zh-CN" altLang="en-US" dirty="0"/>
              <a:t>文件</a:t>
            </a:r>
            <a:endParaRPr kumimoji="1" lang="en-US" altLang="zh-CN" dirty="0"/>
          </a:p>
          <a:p>
            <a:r>
              <a:rPr kumimoji="1" lang="zh-CN" altLang="en-US" dirty="0"/>
              <a:t>视频渲染在</a:t>
            </a:r>
            <a:r>
              <a:rPr kumimoji="1" lang="en-US" altLang="zh-CN" dirty="0"/>
              <a:t>UI</a:t>
            </a:r>
            <a:r>
              <a:rPr kumimoji="1" lang="zh-CN" altLang="en-US" dirty="0"/>
              <a:t>上。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FDB274-0825-527F-9BC8-039E35A7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94" y="3067323"/>
            <a:ext cx="6689157" cy="304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62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07E1-526C-CCF6-2212-E2687BC0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10.2.7</a:t>
            </a:r>
            <a:r>
              <a:rPr kumimoji="1" lang="zh-CN" altLang="en-US" dirty="0"/>
              <a:t> 播放网络视频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A49FE-D589-5BC3-68AF-E3A7E4FAA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9203"/>
          </a:xfrm>
        </p:spPr>
        <p:txBody>
          <a:bodyPr/>
          <a:lstStyle/>
          <a:p>
            <a:r>
              <a:rPr kumimoji="1" lang="zh-CN" altLang="en-US" dirty="0"/>
              <a:t>输入网址 </a:t>
            </a:r>
            <a:r>
              <a:rPr kumimoji="1" lang="en-US" altLang="zh-CN" dirty="0"/>
              <a:t>file://</a:t>
            </a:r>
            <a:r>
              <a:rPr kumimoji="1" lang="zh-CN" altLang="en-US" dirty="0"/>
              <a:t>表示本地路径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023A4D-5CA5-1622-7756-356F4154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43" y="2499765"/>
            <a:ext cx="10020759" cy="151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3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566C2-6E5B-8E97-D437-FB5F30E6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10.2.8</a:t>
            </a:r>
            <a:r>
              <a:rPr kumimoji="1" lang="zh-CN" altLang="en-US" dirty="0"/>
              <a:t>自定义视频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00C1A5-6F0D-7F6D-53D4-4160315B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120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API Only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97352-E785-9925-EB8F-BDABDBE28C34}"/>
              </a:ext>
            </a:extLst>
          </p:cNvPr>
          <p:cNvSpPr txBox="1"/>
          <p:nvPr/>
        </p:nvSpPr>
        <p:spPr>
          <a:xfrm>
            <a:off x="1008993" y="2697983"/>
            <a:ext cx="537679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v2f vert (</a:t>
            </a:r>
            <a:r>
              <a:rPr kumimoji="1" lang="en" altLang="zh-CN" dirty="0" err="1"/>
              <a:t>appdata</a:t>
            </a:r>
            <a:r>
              <a:rPr kumimoji="1" lang="en" altLang="zh-CN" dirty="0"/>
              <a:t> v)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v2f o;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o.vertex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UnityObjectToClipPos</a:t>
            </a:r>
            <a:r>
              <a:rPr kumimoji="1" lang="en" altLang="zh-CN" dirty="0"/>
              <a:t>(</a:t>
            </a:r>
            <a:r>
              <a:rPr kumimoji="1" lang="en" altLang="zh-CN" dirty="0" err="1"/>
              <a:t>v.vertex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//</a:t>
            </a:r>
            <a:r>
              <a:rPr kumimoji="1" lang="zh-CN" altLang="en-US" dirty="0"/>
              <a:t>添加</a:t>
            </a:r>
            <a:r>
              <a:rPr kumimoji="1" lang="en" altLang="zh-CN" dirty="0"/>
              <a:t>sin</a:t>
            </a:r>
            <a:r>
              <a:rPr kumimoji="1" lang="zh-CN" altLang="en-US" dirty="0"/>
              <a:t>曲线修改</a:t>
            </a:r>
            <a:r>
              <a:rPr kumimoji="1" lang="en" altLang="zh-CN" dirty="0"/>
              <a:t>Mesh</a:t>
            </a:r>
            <a:r>
              <a:rPr kumimoji="1" lang="zh-CN" altLang="en-US" dirty="0"/>
              <a:t>的顶点呈现波浪形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 err="1"/>
              <a:t>o.vertex.y</a:t>
            </a:r>
            <a:r>
              <a:rPr kumimoji="1" lang="en" altLang="zh-CN" dirty="0"/>
              <a:t> +=sin(_</a:t>
            </a:r>
            <a:r>
              <a:rPr kumimoji="1" lang="en" altLang="zh-CN" dirty="0" err="1"/>
              <a:t>Time.y</a:t>
            </a:r>
            <a:r>
              <a:rPr kumimoji="1" lang="en" altLang="zh-CN" dirty="0"/>
              <a:t> + </a:t>
            </a:r>
            <a:r>
              <a:rPr kumimoji="1" lang="en" altLang="zh-CN" dirty="0" err="1"/>
              <a:t>o.vertex.x</a:t>
            </a:r>
            <a:r>
              <a:rPr kumimoji="1" lang="en" altLang="zh-CN" dirty="0"/>
              <a:t> + </a:t>
            </a:r>
            <a:r>
              <a:rPr kumimoji="1" lang="en" altLang="zh-CN" dirty="0" err="1"/>
              <a:t>o.vertex.y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o.uv</a:t>
            </a:r>
            <a:r>
              <a:rPr kumimoji="1" lang="en" altLang="zh-CN" dirty="0"/>
              <a:t> = TRANSFORM_TEX(</a:t>
            </a:r>
            <a:r>
              <a:rPr kumimoji="1" lang="en" altLang="zh-CN" dirty="0" err="1"/>
              <a:t>v.uv</a:t>
            </a:r>
            <a:r>
              <a:rPr kumimoji="1" lang="en" altLang="zh-CN" dirty="0"/>
              <a:t>, _</a:t>
            </a:r>
            <a:r>
              <a:rPr kumimoji="1" lang="en" altLang="zh-CN" dirty="0" err="1"/>
              <a:t>MainTex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return o;</a:t>
            </a:r>
          </a:p>
          <a:p>
            <a:r>
              <a:rPr kumimoji="1" lang="en" altLang="zh-CN" dirty="0"/>
              <a:t>}</a:t>
            </a:r>
          </a:p>
          <a:p>
            <a:endParaRPr kumimoji="1" lang="en" altLang="zh-CN" dirty="0"/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372FD6-9830-224E-B9AA-2747206D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0" y="560530"/>
            <a:ext cx="5270500" cy="344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43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9154B-E677-45F0-4330-27721ADD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10.2.10 </a:t>
            </a:r>
            <a:r>
              <a:rPr kumimoji="1" lang="zh-CN" altLang="en-US" dirty="0"/>
              <a:t>下载视频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5CDF1-D7D6-F2D5-3EA2-BEF9B89B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272"/>
          </a:xfrm>
        </p:spPr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" altLang="zh-CN" dirty="0" err="1"/>
              <a:t>UnityWebRequest</a:t>
            </a:r>
            <a:r>
              <a:rPr kumimoji="1" lang="zh-CN" altLang="en-US" dirty="0"/>
              <a:t>可以建立下载链接</a:t>
            </a:r>
            <a:endParaRPr kumimoji="1" lang="en-US" altLang="zh-CN" dirty="0"/>
          </a:p>
          <a:p>
            <a:r>
              <a:rPr kumimoji="1" lang="zh-CN" altLang="en-US" dirty="0"/>
              <a:t>使用</a:t>
            </a:r>
            <a:r>
              <a:rPr kumimoji="1" lang="en" altLang="zh-CN" dirty="0" err="1"/>
              <a:t>DownloadHandlerFile</a:t>
            </a:r>
            <a:r>
              <a:rPr kumimoji="1" lang="zh-CN" altLang="en-US" dirty="0"/>
              <a:t>指定文件下载目录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FD44D9-2D22-6F95-6557-506ADCF718D6}"/>
              </a:ext>
            </a:extLst>
          </p:cNvPr>
          <p:cNvSpPr txBox="1"/>
          <p:nvPr/>
        </p:nvSpPr>
        <p:spPr>
          <a:xfrm>
            <a:off x="838200" y="3237533"/>
            <a:ext cx="68018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视频远端的路径</a:t>
            </a:r>
          </a:p>
          <a:p>
            <a:r>
              <a:rPr kumimoji="1" lang="en" altLang="zh-CN" dirty="0"/>
              <a:t>string </a:t>
            </a:r>
            <a:r>
              <a:rPr kumimoji="1" lang="en" altLang="zh-CN" dirty="0" err="1"/>
              <a:t>url</a:t>
            </a:r>
            <a:r>
              <a:rPr kumimoji="1" lang="en" altLang="zh-CN" dirty="0"/>
              <a:t> = "https://xxx.mp4"; 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下载保存本地的路径</a:t>
            </a:r>
          </a:p>
          <a:p>
            <a:r>
              <a:rPr kumimoji="1" lang="en" altLang="zh-CN" dirty="0"/>
              <a:t>string download = $"{</a:t>
            </a:r>
            <a:r>
              <a:rPr kumimoji="1" lang="en" altLang="zh-CN" dirty="0" err="1"/>
              <a:t>Application.persistentDataPath</a:t>
            </a:r>
            <a:r>
              <a:rPr kumimoji="1" lang="en" altLang="zh-CN" dirty="0"/>
              <a:t>}/</a:t>
            </a:r>
            <a:r>
              <a:rPr kumimoji="1" lang="en" altLang="zh-CN" dirty="0" err="1"/>
              <a:t>video.mov</a:t>
            </a:r>
            <a:r>
              <a:rPr kumimoji="1" lang="en" altLang="zh-CN" dirty="0"/>
              <a:t>";</a:t>
            </a:r>
          </a:p>
          <a:p>
            <a:r>
              <a:rPr kumimoji="1" lang="en" altLang="zh-CN" dirty="0"/>
              <a:t>var request = </a:t>
            </a:r>
            <a:r>
              <a:rPr kumimoji="1" lang="en" altLang="zh-CN" dirty="0" err="1"/>
              <a:t>UnityWebRequest.Get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url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request.downloadHandler</a:t>
            </a:r>
            <a:r>
              <a:rPr kumimoji="1" lang="en" altLang="zh-CN" dirty="0"/>
              <a:t> = new </a:t>
            </a:r>
            <a:r>
              <a:rPr kumimoji="1" lang="en" altLang="zh-CN" dirty="0" err="1"/>
              <a:t>DownloadHandlerFile</a:t>
            </a:r>
            <a:r>
              <a:rPr kumimoji="1" lang="en" altLang="zh-CN" dirty="0"/>
              <a:t>(download);</a:t>
            </a:r>
          </a:p>
          <a:p>
            <a:r>
              <a:rPr kumimoji="1" lang="en" altLang="zh-CN" dirty="0"/>
              <a:t>yield return </a:t>
            </a:r>
            <a:r>
              <a:rPr kumimoji="1" lang="en" altLang="zh-CN" dirty="0" err="1"/>
              <a:t>request.SendWebRequest</a:t>
            </a:r>
            <a:r>
              <a:rPr kumimoji="1" lang="en" altLang="zh-CN" dirty="0"/>
              <a:t>();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271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8C2D3-D3D9-8BD0-B4A2-96960E8C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10.2.11</a:t>
            </a:r>
            <a:r>
              <a:rPr kumimoji="1" lang="zh-CN" altLang="en-US" dirty="0"/>
              <a:t> 全景视频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C0F200-45C1-508E-5ABD-64CBFC0B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全景真实世界</a:t>
            </a:r>
            <a:r>
              <a:rPr kumimoji="1" lang="en-US" altLang="zh-CN" dirty="0"/>
              <a:t>360°</a:t>
            </a:r>
            <a:r>
              <a:rPr kumimoji="1" lang="zh-CN" altLang="en-US" dirty="0"/>
              <a:t>视频</a:t>
            </a:r>
            <a:endParaRPr kumimoji="1" lang="en-US" altLang="zh-CN" dirty="0"/>
          </a:p>
          <a:p>
            <a:r>
              <a:rPr kumimoji="1" lang="zh-CN" altLang="en-US" dirty="0"/>
              <a:t>创建材质并绑定</a:t>
            </a:r>
            <a:r>
              <a:rPr kumimoji="1" lang="en" altLang="zh-CN" dirty="0"/>
              <a:t>Skybox/Panoramic</a:t>
            </a:r>
            <a:r>
              <a:rPr kumimoji="1" lang="zh-CN" altLang="en-US" dirty="0"/>
              <a:t>着色器</a:t>
            </a:r>
            <a:endParaRPr kumimoji="1" lang="en-US" altLang="zh-CN" dirty="0"/>
          </a:p>
          <a:p>
            <a:r>
              <a:rPr kumimoji="1" lang="zh-CN" altLang="en-US" dirty="0"/>
              <a:t>将视频渲染到纹理的</a:t>
            </a:r>
            <a:r>
              <a:rPr kumimoji="1" lang="en" altLang="zh-CN" dirty="0"/>
              <a:t>Render Texture</a:t>
            </a:r>
            <a:r>
              <a:rPr kumimoji="1" lang="zh-CN" altLang="en-US" dirty="0"/>
              <a:t>文件拖入</a:t>
            </a:r>
            <a:r>
              <a:rPr kumimoji="1" lang="en" altLang="zh-CN" dirty="0"/>
              <a:t>Spherical(HDR)</a:t>
            </a:r>
            <a:r>
              <a:rPr kumimoji="1" lang="zh-CN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91682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768</Words>
  <Application>Microsoft Macintosh PowerPoint</Application>
  <PresentationFormat>宽屏</PresentationFormat>
  <Paragraphs>100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等线</vt:lpstr>
      <vt:lpstr>等线 Light</vt:lpstr>
      <vt:lpstr>宋体</vt:lpstr>
      <vt:lpstr>Arial</vt:lpstr>
      <vt:lpstr>Office 主题​​</vt:lpstr>
      <vt:lpstr>Unity游戏开发第三版</vt:lpstr>
      <vt:lpstr>第10章</vt:lpstr>
      <vt:lpstr>10.1 音频</vt:lpstr>
      <vt:lpstr>10.1.1 音频文件</vt:lpstr>
      <vt:lpstr>10.1.2 Audio Souces</vt:lpstr>
      <vt:lpstr>10.1.3 3D音频</vt:lpstr>
      <vt:lpstr>10.1.4 播放声音</vt:lpstr>
      <vt:lpstr>10.1.5 AudioMixer</vt:lpstr>
      <vt:lpstr>10.1.6 混音区</vt:lpstr>
      <vt:lpstr>10.1.7 麦克风</vt:lpstr>
      <vt:lpstr>10.1.8 调节音乐进度</vt:lpstr>
      <vt:lpstr>10.2 视频</vt:lpstr>
      <vt:lpstr>10.2.1 视频文件</vt:lpstr>
      <vt:lpstr>10.2.2 视频渲染模式</vt:lpstr>
      <vt:lpstr>10.2.3 视频自适应</vt:lpstr>
      <vt:lpstr>10.2.4 UI盖在视频之上</vt:lpstr>
      <vt:lpstr>10.2.5 视频渲染在材质上</vt:lpstr>
      <vt:lpstr>10.2.6 视频Render Texture</vt:lpstr>
      <vt:lpstr>10.2.7 播放网络视频</vt:lpstr>
      <vt:lpstr>10.2.8自定义视频</vt:lpstr>
      <vt:lpstr>10.2.10 下载视频</vt:lpstr>
      <vt:lpstr>10.2.11 全景视频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Unity游戏开发第三版</dc:title>
  <dc:creator>雨松momo</dc:creator>
  <cp:lastModifiedBy>雨松momo</cp:lastModifiedBy>
  <cp:revision>3</cp:revision>
  <dcterms:created xsi:type="dcterms:W3CDTF">2024-05-19T12:10:25Z</dcterms:created>
  <dcterms:modified xsi:type="dcterms:W3CDTF">2024-05-19T13:01:49Z</dcterms:modified>
</cp:coreProperties>
</file>