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58FBE6-6A92-F860-1F6C-23B1551E6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5EDEFB-29D3-3E97-D54C-88886F16C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697995-9D42-8CDD-5522-A3F9A7608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3C05-303C-7E49-A005-85D2081326CF}" type="datetimeFigureOut">
              <a:rPr kumimoji="1" lang="zh-CN" altLang="en-US" smtClean="0"/>
              <a:t>2024/1/5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A64EFB-070A-800A-08B5-0B7418A11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3FF85D-EA6C-D3A5-8F75-3E1DE3BB3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15B8-5ACC-7E4F-9312-5C3AFADE6C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9490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12746F-B100-1C52-6506-75200C493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5F16FE-2A22-ECB2-2916-78E408C59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977C55-F842-5142-2AA3-F0A5D36EA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3C05-303C-7E49-A005-85D2081326CF}" type="datetimeFigureOut">
              <a:rPr kumimoji="1" lang="zh-CN" altLang="en-US" smtClean="0"/>
              <a:t>2024/1/5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45A145-5AEF-E6ED-7D65-D2648F1B8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5D8859-C76D-1AED-19FA-0DFF7C797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15B8-5ACC-7E4F-9312-5C3AFADE6C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3427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D4DF02-DE64-5472-E300-BCC34F24C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2AD5F9-1F0D-C456-C2F1-9462A7D6C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E7F220-511C-8CC7-A034-10DC66D1F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3C05-303C-7E49-A005-85D2081326CF}" type="datetimeFigureOut">
              <a:rPr kumimoji="1" lang="zh-CN" altLang="en-US" smtClean="0"/>
              <a:t>2024/1/5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92B9C0-6C3A-EEC1-4D30-D7A679C8E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AACE97-DEB3-2CB5-1891-BA4253B5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15B8-5ACC-7E4F-9312-5C3AFADE6C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7839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AE9C5-7046-6E0C-8E8D-62C67B180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4DBB5C-6197-3738-3399-3AB0771016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90FFC3-54B1-B7EA-BBEF-905A2FDEA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17F76C-3977-F8A6-294B-94875E5E3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3C05-303C-7E49-A005-85D2081326CF}" type="datetimeFigureOut">
              <a:rPr kumimoji="1" lang="zh-CN" altLang="en-US" smtClean="0"/>
              <a:t>2024/1/5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6F70C-3A5F-2132-B946-B3B10D9BD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1D6BE7-D764-8BBD-D5E7-EEDD5EFF4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15B8-5ACC-7E4F-9312-5C3AFADE6C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213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BE6AA-91F7-C0A7-08DF-94959A58C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7C3FB6-FD7D-A008-EFBA-9839701F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6E666A-9896-BEAF-8D8A-ACC34026F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933B0A-C31C-2CF7-8040-B6CDF27C96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63BCBB-C3EE-0D72-F1BF-DDDCC0A5B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BF2BF9-29AF-485B-A0F2-0FE1FBC3B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3C05-303C-7E49-A005-85D2081326CF}" type="datetimeFigureOut">
              <a:rPr kumimoji="1" lang="zh-CN" altLang="en-US" smtClean="0"/>
              <a:t>2024/1/5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69B338A-A3B9-6D1E-F413-B023680D6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227182-1A89-98BD-705D-782FBC0BF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15B8-5ACC-7E4F-9312-5C3AFADE6C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659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899EA3-F01B-2BEE-9CF2-00BA2494E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77B963-384D-CCE0-1125-21CCB44F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3C05-303C-7E49-A005-85D2081326CF}" type="datetimeFigureOut">
              <a:rPr kumimoji="1" lang="zh-CN" altLang="en-US" smtClean="0"/>
              <a:t>2024/1/5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68CDA7-3F17-DED8-943C-E5100C11B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3209E4-3B00-866E-363D-0C27778A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15B8-5ACC-7E4F-9312-5C3AFADE6C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340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8B0CD5-BFC8-AD28-E287-DF1D018DC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3C05-303C-7E49-A005-85D2081326CF}" type="datetimeFigureOut">
              <a:rPr kumimoji="1" lang="zh-CN" altLang="en-US" smtClean="0"/>
              <a:t>2024/1/5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8AD305B-E872-8B14-FEA7-6E4DED35A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D396F6-6892-6B31-5D00-34FADB30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15B8-5ACC-7E4F-9312-5C3AFADE6C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98653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4B178E-A482-0325-D351-42330B26D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AEED1E-15B5-3443-A000-81CC5C0F2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E5ADAA-B6D6-9549-BCBF-C265A6BA2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B41B76-E722-D623-BBA2-D8D98C8DB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3C05-303C-7E49-A005-85D2081326CF}" type="datetimeFigureOut">
              <a:rPr kumimoji="1" lang="zh-CN" altLang="en-US" smtClean="0"/>
              <a:t>2024/1/5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881104-8F8D-7468-B227-3FC202E7B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5B5EDE-4CF6-DC71-4D6D-34866B74E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15B8-5ACC-7E4F-9312-5C3AFADE6C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1763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1B8A5-A886-31A2-443E-75DCA678A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55E9DD-B963-A3AF-8925-782C7CD60B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6DA3F0-8DCD-6893-2A8A-0562D7F1C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5A4CB9-BA8C-2562-FAE8-E3CFB43E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3C05-303C-7E49-A005-85D2081326CF}" type="datetimeFigureOut">
              <a:rPr kumimoji="1" lang="zh-CN" altLang="en-US" smtClean="0"/>
              <a:t>2024/1/5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9D28DB-A0CC-3577-4421-9987C36C6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A96D83-1648-A9D2-4C16-30C52CA6B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15B8-5ACC-7E4F-9312-5C3AFADE6C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8485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D3D5A-6CDC-FD8D-1A60-1CF7EBD51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3724C6-774D-0A2E-EE44-7EDD9B652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984EE3-7CF2-ED57-2AAF-1C34041B6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3C05-303C-7E49-A005-85D2081326CF}" type="datetimeFigureOut">
              <a:rPr kumimoji="1" lang="zh-CN" altLang="en-US" smtClean="0"/>
              <a:t>2024/1/5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3D09B1-80CE-C33F-3105-44CB6B157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C16859-72F6-5370-6EF0-742A24F0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15B8-5ACC-7E4F-9312-5C3AFADE6C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1677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FBCDDB-3897-21F1-2952-BC5BF78F5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3C39E1-BC98-54ED-46E3-01A2C2DBE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0D28C4-8B4B-6164-0659-399698DF4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3C05-303C-7E49-A005-85D2081326CF}" type="datetimeFigureOut">
              <a:rPr kumimoji="1" lang="zh-CN" altLang="en-US" smtClean="0"/>
              <a:t>2024/1/5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BB3E0D-E2B7-FD8B-4357-C822A4CC4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F0E192-E3B9-AC57-94FF-6503876E2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215B8-5ACC-7E4F-9312-5C3AFADE6C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2002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31B30E5-C386-D75C-13AF-8692BF42A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820A57-632B-56BD-18E9-9F54F2C4F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82AFB1-1530-5A98-B6C5-F2FC88840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A3C05-303C-7E49-A005-85D2081326CF}" type="datetimeFigureOut">
              <a:rPr kumimoji="1" lang="zh-CN" altLang="en-US" smtClean="0"/>
              <a:t>2024/1/5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6B80D2-EB63-972F-9F0E-0E48B1744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65B89B-9050-8A00-06C7-C5D713D37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215B8-5ACC-7E4F-9312-5C3AFADE6C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811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14CBE-182F-20A2-55C1-C92535DBDA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Unity3D</a:t>
            </a:r>
            <a:r>
              <a:rPr kumimoji="1" lang="zh-CN" altLang="en-US" dirty="0"/>
              <a:t>游戏开发第三版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19F332-10FF-9FB5-BD47-A2E9806374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8</a:t>
            </a:r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737661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BA3B0-BB20-FE07-56B9-F2FFE91EB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8</a:t>
            </a:r>
            <a:r>
              <a:rPr kumimoji="1" lang="zh-CN" altLang="en-US" dirty="0"/>
              <a:t>章 静态对象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30AAF9-2CDE-C622-C919-78C31B5B2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8.1</a:t>
            </a:r>
            <a:r>
              <a:rPr kumimoji="1" lang="zh-CN" altLang="en-US" dirty="0"/>
              <a:t> 光照贴图</a:t>
            </a:r>
            <a:endParaRPr kumimoji="1" lang="en-US" altLang="zh-CN" dirty="0"/>
          </a:p>
          <a:p>
            <a:r>
              <a:rPr kumimoji="1" lang="en-US" altLang="zh-CN" dirty="0"/>
              <a:t>8.2</a:t>
            </a:r>
            <a:r>
              <a:rPr kumimoji="1" lang="zh-CN" altLang="en-US" dirty="0"/>
              <a:t> 反射探针</a:t>
            </a:r>
            <a:endParaRPr kumimoji="1" lang="en-US" altLang="zh-CN" dirty="0"/>
          </a:p>
          <a:p>
            <a:r>
              <a:rPr kumimoji="1" lang="en-US" altLang="zh-CN" dirty="0"/>
              <a:t>8.3</a:t>
            </a:r>
            <a:r>
              <a:rPr kumimoji="1" lang="zh-CN" altLang="en-US" dirty="0"/>
              <a:t> 遮挡剔除</a:t>
            </a:r>
            <a:endParaRPr kumimoji="1" lang="en-US" altLang="zh-CN" dirty="0"/>
          </a:p>
          <a:p>
            <a:r>
              <a:rPr kumimoji="1" lang="en-US" altLang="zh-CN" dirty="0"/>
              <a:t>8.4</a:t>
            </a:r>
            <a:r>
              <a:rPr kumimoji="1" lang="zh-CN" altLang="en-US" dirty="0"/>
              <a:t> 静态合批</a:t>
            </a:r>
            <a:endParaRPr kumimoji="1" lang="en-US" altLang="zh-CN" dirty="0"/>
          </a:p>
          <a:p>
            <a:r>
              <a:rPr kumimoji="1" lang="en-US" altLang="zh-CN" dirty="0"/>
              <a:t>8.5</a:t>
            </a:r>
            <a:r>
              <a:rPr kumimoji="1" lang="zh-CN" altLang="en-US" dirty="0"/>
              <a:t> 导航网格</a:t>
            </a:r>
          </a:p>
        </p:txBody>
      </p:sp>
    </p:spTree>
    <p:extLst>
      <p:ext uri="{BB962C8B-B14F-4D97-AF65-F5344CB8AC3E}">
        <p14:creationId xmlns:p14="http://schemas.microsoft.com/office/powerpoint/2010/main" val="1666977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4852B-A273-13BC-3C1F-EB4676AC5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8.1</a:t>
            </a:r>
            <a:r>
              <a:rPr kumimoji="1" lang="zh-CN" altLang="en-US" dirty="0"/>
              <a:t>光照贴图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A6C723-1CC5-6C9A-ED86-2DE4CB65D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00996"/>
          </a:xfrm>
        </p:spPr>
        <p:txBody>
          <a:bodyPr>
            <a:normAutofit fontScale="92500" lnSpcReduction="10000"/>
          </a:bodyPr>
          <a:lstStyle/>
          <a:p>
            <a:r>
              <a:rPr kumimoji="1" lang="en" altLang="zh-CN" dirty="0"/>
              <a:t>Nothing</a:t>
            </a:r>
            <a:r>
              <a:rPr kumimoji="1" lang="zh-CN" altLang="en" dirty="0"/>
              <a:t>：</a:t>
            </a:r>
            <a:r>
              <a:rPr kumimoji="1" lang="zh-CN" altLang="en-US" dirty="0"/>
              <a:t>不包含以下任意静态属性</a:t>
            </a:r>
          </a:p>
          <a:p>
            <a:r>
              <a:rPr kumimoji="1" lang="en" altLang="zh-CN" dirty="0"/>
              <a:t>Everything</a:t>
            </a:r>
            <a:r>
              <a:rPr kumimoji="1" lang="zh-CN" altLang="en" dirty="0"/>
              <a:t>：</a:t>
            </a:r>
            <a:r>
              <a:rPr kumimoji="1" lang="zh-CN" altLang="en-US" dirty="0"/>
              <a:t>包含以下所有静态属性</a:t>
            </a:r>
          </a:p>
          <a:p>
            <a:r>
              <a:rPr kumimoji="1" lang="en" altLang="zh-CN" dirty="0"/>
              <a:t>Contribute GI</a:t>
            </a:r>
            <a:r>
              <a:rPr kumimoji="1" lang="zh-CN" altLang="en" dirty="0"/>
              <a:t>：</a:t>
            </a:r>
            <a:r>
              <a:rPr kumimoji="1" lang="zh-CN" altLang="en-US" dirty="0"/>
              <a:t>表示接受实时全局光照或烘焙全局光照，可烘焙出光照贴图。</a:t>
            </a:r>
          </a:p>
          <a:p>
            <a:r>
              <a:rPr kumimoji="1" lang="en" altLang="zh-CN" dirty="0" err="1"/>
              <a:t>Occluder</a:t>
            </a:r>
            <a:r>
              <a:rPr kumimoji="1" lang="en" altLang="zh-CN" dirty="0"/>
              <a:t> Static</a:t>
            </a:r>
            <a:r>
              <a:rPr kumimoji="1" lang="zh-CN" altLang="en" dirty="0"/>
              <a:t>：</a:t>
            </a:r>
            <a:r>
              <a:rPr kumimoji="1" lang="zh-CN" altLang="en-US" dirty="0"/>
              <a:t>表示是否可以遮挡其他元素。</a:t>
            </a:r>
          </a:p>
          <a:p>
            <a:r>
              <a:rPr kumimoji="1" lang="en" altLang="zh-CN" dirty="0"/>
              <a:t>Batching Static</a:t>
            </a:r>
            <a:r>
              <a:rPr kumimoji="1" lang="zh-CN" altLang="en" dirty="0"/>
              <a:t>：</a:t>
            </a:r>
            <a:r>
              <a:rPr kumimoji="1" lang="zh-CN" altLang="en-US" dirty="0"/>
              <a:t>表示支持静态合批。</a:t>
            </a:r>
          </a:p>
          <a:p>
            <a:r>
              <a:rPr kumimoji="1" lang="en" altLang="zh-CN" dirty="0"/>
              <a:t>Navigation Static</a:t>
            </a:r>
            <a:r>
              <a:rPr kumimoji="1" lang="zh-CN" altLang="en" dirty="0"/>
              <a:t>：</a:t>
            </a:r>
            <a:r>
              <a:rPr kumimoji="1" lang="zh-CN" altLang="en-US" dirty="0"/>
              <a:t>表示可烘焙导航网格。</a:t>
            </a:r>
          </a:p>
          <a:p>
            <a:r>
              <a:rPr kumimoji="1" lang="en" altLang="zh-CN" dirty="0" err="1"/>
              <a:t>Occludee</a:t>
            </a:r>
            <a:r>
              <a:rPr kumimoji="1" lang="en" altLang="zh-CN" dirty="0"/>
              <a:t> Static</a:t>
            </a:r>
            <a:r>
              <a:rPr kumimoji="1" lang="zh-CN" altLang="en" dirty="0"/>
              <a:t>：</a:t>
            </a:r>
            <a:r>
              <a:rPr kumimoji="1" lang="zh-CN" altLang="en-US" dirty="0"/>
              <a:t>表示可以被遮挡剔除。</a:t>
            </a:r>
          </a:p>
          <a:p>
            <a:r>
              <a:rPr kumimoji="1" lang="en" altLang="zh-CN" dirty="0"/>
              <a:t>Off Mesh Link Generation</a:t>
            </a:r>
            <a:r>
              <a:rPr kumimoji="1" lang="zh-CN" altLang="en" dirty="0"/>
              <a:t>：</a:t>
            </a:r>
            <a:r>
              <a:rPr kumimoji="1" lang="zh-CN" altLang="en-US" dirty="0"/>
              <a:t>寻路中连接不同区域中的点，比如角色从山顶寻路到地面，此时这两点并非连续，通过设置</a:t>
            </a:r>
            <a:r>
              <a:rPr kumimoji="1" lang="en" altLang="zh-CN" dirty="0"/>
              <a:t>Off Mesh Link Generation</a:t>
            </a:r>
            <a:r>
              <a:rPr kumimoji="1" lang="zh-CN" altLang="en-US" dirty="0"/>
              <a:t>才可以继续寻路。</a:t>
            </a: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E7C4FD-1414-ECA3-C86F-CA777762A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597" y="201285"/>
            <a:ext cx="2362200" cy="22352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8A83EAC-F98A-553B-7D82-00F743644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350" y="201285"/>
            <a:ext cx="5270500" cy="95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947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5137B-CCAE-5D87-743B-48B9B74F8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8.1.1</a:t>
            </a:r>
            <a:r>
              <a:rPr kumimoji="1" lang="zh-CN" altLang="en-US" dirty="0"/>
              <a:t> 光源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759720-2096-9C5A-A32B-76CDB3E59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Spot </a:t>
            </a:r>
            <a:r>
              <a:rPr kumimoji="1" lang="zh-CN" altLang="en-US" dirty="0"/>
              <a:t>射灯</a:t>
            </a:r>
            <a:endParaRPr kumimoji="1" lang="en-US" altLang="zh-CN" dirty="0"/>
          </a:p>
          <a:p>
            <a:r>
              <a:rPr kumimoji="1" lang="en-US" altLang="zh-CN" dirty="0"/>
              <a:t>Directional</a:t>
            </a:r>
            <a:r>
              <a:rPr kumimoji="1" lang="zh-CN" altLang="en-US" dirty="0"/>
              <a:t>直接光</a:t>
            </a:r>
            <a:endParaRPr kumimoji="1" lang="en-US" altLang="zh-CN" dirty="0"/>
          </a:p>
          <a:p>
            <a:r>
              <a:rPr kumimoji="1" lang="en-US" altLang="zh-CN" dirty="0"/>
              <a:t>Point</a:t>
            </a:r>
            <a:r>
              <a:rPr kumimoji="1" lang="zh-CN" altLang="en-US" dirty="0"/>
              <a:t>点光源</a:t>
            </a:r>
            <a:endParaRPr kumimoji="1" lang="en-US" altLang="zh-CN" dirty="0"/>
          </a:p>
          <a:p>
            <a:r>
              <a:rPr kumimoji="1" lang="en-US" altLang="zh-CN" dirty="0"/>
              <a:t>Area</a:t>
            </a:r>
            <a:r>
              <a:rPr kumimoji="1" lang="zh-CN" altLang="en-US" dirty="0"/>
              <a:t>区域光仅供陪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40BB42C-A80D-DA02-AAB4-C20D2CE34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300" y="2455069"/>
            <a:ext cx="4173220" cy="30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143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E7F60-FBE8-A27D-BD7F-32B7FB7C7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8.1.2</a:t>
            </a:r>
            <a:r>
              <a:rPr kumimoji="1" lang="zh-CN" altLang="en-US" dirty="0"/>
              <a:t> 开始烘焙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BF6FEC-986C-6D73-F8FF-5146698C8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勾选</a:t>
            </a:r>
            <a:r>
              <a:rPr kumimoji="1" lang="en-US" altLang="zh-CN" dirty="0"/>
              <a:t>static</a:t>
            </a:r>
          </a:p>
          <a:p>
            <a:r>
              <a:rPr kumimoji="1" lang="zh-CN" altLang="en-US" dirty="0"/>
              <a:t>设置烘焙参数</a:t>
            </a:r>
            <a:endParaRPr kumimoji="1" lang="en-US" altLang="zh-CN" dirty="0"/>
          </a:p>
          <a:p>
            <a:r>
              <a:rPr kumimoji="1" lang="zh-CN" altLang="en-US" dirty="0"/>
              <a:t>开始烘焙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296B77-4DCD-923E-B211-9048F22FB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940" y="1357789"/>
            <a:ext cx="3874135" cy="26435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647E149-D476-DFF1-92FC-E9FF7BED7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520" y="1357789"/>
            <a:ext cx="3514725" cy="464312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7A089D6-18B1-9228-3858-19CEFC5BE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8575" y="4313078"/>
            <a:ext cx="5270500" cy="237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538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28429-77B6-115A-DADC-12FBF828F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8.1.3</a:t>
            </a:r>
            <a:r>
              <a:rPr kumimoji="1" lang="zh-CN" altLang="en-US" dirty="0"/>
              <a:t> 烘焙结果差异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2D8958-F8E6-F016-DFFA-2A9AF58B9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PC</a:t>
            </a:r>
            <a:r>
              <a:rPr kumimoji="1" lang="zh-CN" altLang="en-US" dirty="0"/>
              <a:t>平台上使用的是</a:t>
            </a:r>
            <a:r>
              <a:rPr kumimoji="1" lang="en" altLang="zh-CN" dirty="0"/>
              <a:t>RGBM</a:t>
            </a:r>
            <a:r>
              <a:rPr kumimoji="1" lang="zh-CN" altLang="en-US" dirty="0"/>
              <a:t>编码</a:t>
            </a:r>
          </a:p>
          <a:p>
            <a:r>
              <a:rPr kumimoji="1" lang="zh-CN" altLang="en-US" dirty="0"/>
              <a:t>移动平台下使用的则是</a:t>
            </a:r>
            <a:r>
              <a:rPr kumimoji="1" lang="en" altLang="zh-CN" dirty="0" err="1"/>
              <a:t>dlDR</a:t>
            </a:r>
            <a:r>
              <a:rPr kumimoji="1" lang="zh-CN" altLang="en-US" dirty="0"/>
              <a:t>编码（</a:t>
            </a:r>
            <a:r>
              <a:rPr kumimoji="1" lang="en" altLang="zh-CN" dirty="0"/>
              <a:t>Double Low Dynamic Range encoding</a:t>
            </a:r>
            <a:r>
              <a:rPr kumimoji="1" lang="zh-CN" altLang="en" dirty="0"/>
              <a:t>）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726356-0286-122E-1B38-18D394824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251" y="3272155"/>
            <a:ext cx="3906520" cy="322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410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4642C-2575-B45A-99CA-C8D2E0BCC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8.1.4</a:t>
            </a:r>
            <a:r>
              <a:rPr kumimoji="1" lang="zh-CN" altLang="en-US" dirty="0"/>
              <a:t> 烘焙贴图</a:t>
            </a:r>
            <a:r>
              <a:rPr kumimoji="1" lang="en-US" altLang="zh-CN" dirty="0"/>
              <a:t>UV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E036F8-8C32-8E2A-2E7F-E6B94C6CA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69221" cy="4351338"/>
          </a:xfrm>
        </p:spPr>
        <p:txBody>
          <a:bodyPr/>
          <a:lstStyle/>
          <a:p>
            <a:r>
              <a:rPr kumimoji="1" lang="zh-CN" altLang="en-US" dirty="0"/>
              <a:t>烘焙后每个对象记录烘焙贴图</a:t>
            </a:r>
            <a:r>
              <a:rPr kumimoji="1" lang="en-US" altLang="zh-CN" dirty="0"/>
              <a:t>UV</a:t>
            </a:r>
          </a:p>
          <a:p>
            <a:r>
              <a:rPr kumimoji="1" lang="zh-CN" altLang="en-US" dirty="0"/>
              <a:t>运行时进行采样贴图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4160063-219C-8C5F-ABDB-1DC5AE202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115" y="1690688"/>
            <a:ext cx="5270500" cy="193865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5FD1CD8-0140-D431-B463-86F8AB410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115" y="4001294"/>
            <a:ext cx="5270500" cy="228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90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5599B-693F-5060-FC42-56F92DB30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8.1.5</a:t>
            </a:r>
            <a:r>
              <a:rPr kumimoji="1" lang="zh-CN" altLang="en-US" dirty="0"/>
              <a:t> 光照探针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EC8A0B-5721-9AEA-3010-CB68E480A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Light Probe</a:t>
            </a:r>
          </a:p>
          <a:p>
            <a:r>
              <a:rPr kumimoji="1" lang="zh-CN" altLang="en-US" dirty="0"/>
              <a:t>设置探针的位置</a:t>
            </a:r>
            <a:endParaRPr kumimoji="1" lang="en-US" altLang="zh-CN" dirty="0"/>
          </a:p>
          <a:p>
            <a:r>
              <a:rPr kumimoji="1" lang="zh-CN" altLang="en-US" dirty="0"/>
              <a:t>烘焙后保存在</a:t>
            </a:r>
            <a:r>
              <a:rPr kumimoji="1" lang="en-US" altLang="zh-CN" dirty="0" err="1"/>
              <a:t>LightingData</a:t>
            </a:r>
            <a:r>
              <a:rPr kumimoji="1" lang="zh-CN" altLang="en-US" dirty="0"/>
              <a:t>中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FCE2701-E538-DF13-4258-4C553E388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0" y="1552356"/>
            <a:ext cx="5270500" cy="25895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08CE073-C7B1-BE74-317B-1FC71EDAB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892237"/>
            <a:ext cx="5270500" cy="87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43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60312-8511-E71D-8484-5E6ED8DF2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8.1.6</a:t>
            </a:r>
            <a:r>
              <a:rPr kumimoji="1" lang="zh-CN" altLang="en-US" dirty="0"/>
              <a:t> 更换烘焙贴图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8EA0BE-308C-9330-BB82-28ACCE8FD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 err="1"/>
              <a:t>LightmapData</a:t>
            </a:r>
            <a:r>
              <a:rPr kumimoji="1" lang="en" altLang="zh-CN" dirty="0"/>
              <a:t> data = new </a:t>
            </a:r>
            <a:r>
              <a:rPr kumimoji="1" lang="en" altLang="zh-CN" dirty="0" err="1"/>
              <a:t>LightmapData</a:t>
            </a:r>
            <a:r>
              <a:rPr kumimoji="1" lang="en" altLang="zh-CN" dirty="0"/>
              <a:t>();</a:t>
            </a:r>
          </a:p>
          <a:p>
            <a:r>
              <a:rPr kumimoji="1" lang="en" altLang="zh-CN" dirty="0" err="1"/>
              <a:t>data.lightmapColor</a:t>
            </a:r>
            <a:r>
              <a:rPr kumimoji="1" lang="en" altLang="zh-CN" dirty="0"/>
              <a:t> = lightmap1;</a:t>
            </a:r>
          </a:p>
          <a:p>
            <a:r>
              <a:rPr kumimoji="1" lang="en" altLang="zh-CN" dirty="0" err="1"/>
              <a:t>LightmapSettings.lightmaps</a:t>
            </a:r>
            <a:r>
              <a:rPr kumimoji="1" lang="en" altLang="zh-CN" dirty="0"/>
              <a:t> = new </a:t>
            </a:r>
            <a:r>
              <a:rPr kumimoji="1" lang="en" altLang="zh-CN" dirty="0" err="1"/>
              <a:t>LightmapData</a:t>
            </a:r>
            <a:r>
              <a:rPr kumimoji="1" lang="en" altLang="zh-CN" dirty="0"/>
              <a:t>[1] { data };</a:t>
            </a: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BFA7F3-86DA-0E74-BE8E-369B2DEA4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34" y="4001294"/>
            <a:ext cx="4241800" cy="14224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264DA8F-5C66-1FFA-2313-80C379A6A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426" y="3480118"/>
            <a:ext cx="4034790" cy="269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56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1E8CD-D82F-938D-549C-7212AD783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8.1.7</a:t>
            </a:r>
            <a:r>
              <a:rPr kumimoji="1" lang="zh-CN" altLang="en-US" dirty="0"/>
              <a:t> 复制烘焙信息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1B007-F366-2FE2-D298-48E894A70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 err="1"/>
              <a:t>MeshRenderer</a:t>
            </a:r>
            <a:r>
              <a:rPr kumimoji="1" lang="en" altLang="zh-CN" dirty="0"/>
              <a:t> </a:t>
            </a:r>
            <a:r>
              <a:rPr kumimoji="1" lang="en" altLang="zh-CN" dirty="0" err="1"/>
              <a:t>meshRenderer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GetComponent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MeshRenderer</a:t>
            </a:r>
            <a:r>
              <a:rPr kumimoji="1" lang="en" altLang="zh-CN" dirty="0"/>
              <a:t>&gt;();</a:t>
            </a:r>
          </a:p>
          <a:p>
            <a:r>
              <a:rPr kumimoji="1" lang="en" altLang="zh-CN" dirty="0"/>
              <a:t>//</a:t>
            </a:r>
            <a:r>
              <a:rPr kumimoji="1" lang="zh-CN" altLang="en-US" dirty="0"/>
              <a:t>复制烘焙信息</a:t>
            </a:r>
          </a:p>
          <a:p>
            <a:r>
              <a:rPr kumimoji="1" lang="en" altLang="zh-CN" dirty="0" err="1"/>
              <a:t>meshRenderer.lightmapIndex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CopyRenderer.lightmapIndex</a:t>
            </a:r>
            <a:r>
              <a:rPr kumimoji="1" lang="en" altLang="zh-CN" dirty="0"/>
              <a:t>;</a:t>
            </a:r>
          </a:p>
          <a:p>
            <a:r>
              <a:rPr kumimoji="1" lang="en" altLang="zh-CN" dirty="0" err="1"/>
              <a:t>meshRenderer.lightmapScaleOffset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CopyRenderer.lightmapScaleOffset</a:t>
            </a:r>
            <a:r>
              <a:rPr kumimoji="1" lang="en" altLang="zh-CN" dirty="0"/>
              <a:t>;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869BDB-5C09-0FC6-940C-DCF61DB10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4" y="4829602"/>
            <a:ext cx="5270500" cy="173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276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872AD-3372-1451-368D-B5F85B770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8.1.8</a:t>
            </a:r>
            <a:r>
              <a:rPr kumimoji="1" lang="zh-CN" altLang="en-US" dirty="0"/>
              <a:t> 复制工具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FAE5A5-8265-1D8D-10D8-D0F2D0A72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[</a:t>
            </a:r>
            <a:r>
              <a:rPr kumimoji="1" lang="en" altLang="zh-CN" dirty="0" err="1"/>
              <a:t>MenuItem</a:t>
            </a:r>
            <a:r>
              <a:rPr kumimoji="1" lang="en" altLang="zh-CN" dirty="0"/>
              <a:t>("Tool/</a:t>
            </a:r>
            <a:r>
              <a:rPr kumimoji="1" lang="en" altLang="zh-CN" dirty="0" err="1"/>
              <a:t>DuplicateGameObject</a:t>
            </a:r>
            <a:r>
              <a:rPr kumimoji="1" lang="en" altLang="zh-CN" dirty="0"/>
              <a:t> %#d")]</a:t>
            </a:r>
            <a:endParaRPr kumimoji="1" lang="en-US" altLang="zh-CN" dirty="0"/>
          </a:p>
          <a:p>
            <a:r>
              <a:rPr kumimoji="1" lang="zh-CN" altLang="en-US" dirty="0"/>
              <a:t>快捷键</a:t>
            </a:r>
            <a:r>
              <a:rPr kumimoji="1" lang="en" altLang="zh-CN" dirty="0" err="1"/>
              <a:t>Commnad+Shift+D</a:t>
            </a:r>
            <a:endParaRPr kumimoji="1" lang="en" altLang="zh-CN" dirty="0"/>
          </a:p>
          <a:p>
            <a:r>
              <a:rPr kumimoji="1" lang="zh-CN" altLang="en-US" dirty="0"/>
              <a:t>复制烘焙信息</a:t>
            </a:r>
            <a:endParaRPr kumimoji="1" lang="en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CAF5558-9E31-2C67-0944-748B0E98A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1294"/>
            <a:ext cx="4154805" cy="227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54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35C0C9-916B-96B2-05BE-8B0EF3910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8.2</a:t>
            </a:r>
            <a:r>
              <a:rPr kumimoji="1" lang="zh-CN" altLang="en-US" dirty="0"/>
              <a:t> 反射探针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82F1DC-434F-4C0F-07A5-D035EBB12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实现对周围物体的反射</a:t>
            </a:r>
            <a:endParaRPr kumimoji="1" lang="en-US" altLang="zh-CN" dirty="0"/>
          </a:p>
          <a:p>
            <a:r>
              <a:rPr kumimoji="1" lang="zh-CN" altLang="en-US" dirty="0"/>
              <a:t>在探针周围烘焙出一张立方体贴图（</a:t>
            </a:r>
            <a:r>
              <a:rPr kumimoji="1" lang="en" altLang="zh-CN" dirty="0" err="1"/>
              <a:t>Cubemap</a:t>
            </a:r>
            <a:r>
              <a:rPr kumimoji="1" lang="zh-CN" altLang="en" dirty="0"/>
              <a:t>）</a:t>
            </a:r>
            <a:r>
              <a:rPr kumimoji="1" lang="zh-CN" altLang="en-US" dirty="0"/>
              <a:t>来记录探针周围的环境信息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2921E9-DE15-F9BF-6224-8DA3037BD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87" y="3509251"/>
            <a:ext cx="3180715" cy="141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406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E2442-C5A5-2DE9-A37C-206789060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8.3</a:t>
            </a:r>
            <a:r>
              <a:rPr kumimoji="1" lang="zh-CN" altLang="en-US" dirty="0"/>
              <a:t> 遮挡剔除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123F70-72D0-3E44-91A7-5016046E9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被遮挡的元素在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端剔除</a:t>
            </a:r>
            <a:endParaRPr kumimoji="1" lang="en-US" altLang="zh-CN" dirty="0"/>
          </a:p>
          <a:p>
            <a:r>
              <a:rPr kumimoji="1" lang="zh-CN" altLang="en-US" dirty="0"/>
              <a:t>被剔除的元素不会传递给</a:t>
            </a:r>
            <a:r>
              <a:rPr kumimoji="1" lang="en-US" altLang="zh-CN" dirty="0"/>
              <a:t>GPU</a:t>
            </a:r>
            <a:r>
              <a:rPr kumimoji="1" lang="zh-CN" altLang="en-US" dirty="0"/>
              <a:t>中进行渲染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6A8003-4F70-C15D-40CD-3BC0784EE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745" y="3599498"/>
            <a:ext cx="4146550" cy="257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824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1C4205-120D-EB69-14D0-7AC89AA48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8.3.1</a:t>
            </a:r>
            <a:r>
              <a:rPr kumimoji="1" lang="zh-CN" altLang="en-US" dirty="0"/>
              <a:t> 遮挡关系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A5D841-B7EC-F055-3FAD-429E17CEB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遮挡物与被遮挡物组成</a:t>
            </a:r>
            <a:endParaRPr kumimoji="1" lang="en-US" altLang="zh-CN" dirty="0"/>
          </a:p>
          <a:p>
            <a:r>
              <a:rPr kumimoji="1" lang="zh-CN" altLang="en-US" dirty="0"/>
              <a:t>如果墙是透明的，可设置不被剔除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B2EC37E-F4D2-3B02-4895-742A6A8297A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166" y="3881712"/>
            <a:ext cx="2012950" cy="191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6722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09A9DE-BFDF-F03C-FE51-075F0E0C9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8.3.2</a:t>
            </a:r>
            <a:r>
              <a:rPr kumimoji="1" lang="zh-CN" altLang="en-US" dirty="0"/>
              <a:t> 遮挡事件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32EB23-9BF5-DFE1-4F82-1E5708406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public class Script :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MonoBehaviour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//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隐藏状态</a:t>
            </a: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void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OnBecameInvisible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	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//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显示状态</a:t>
            </a: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void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OnBecameVisible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3657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66E80B-7EAA-28B2-DBBD-0BAC68230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8.3.3</a:t>
            </a:r>
            <a:r>
              <a:rPr kumimoji="1" lang="zh-CN" altLang="en-US" dirty="0"/>
              <a:t> 动态剔除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74FEC9-07C7-DF42-CDE7-BDA999CDD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 err="1"/>
              <a:t>Occluder</a:t>
            </a:r>
            <a:r>
              <a:rPr kumimoji="1" lang="en" altLang="zh-CN" dirty="0"/>
              <a:t> Static</a:t>
            </a:r>
            <a:r>
              <a:rPr kumimoji="1" lang="zh-CN" altLang="en-US" dirty="0"/>
              <a:t>或</a:t>
            </a:r>
            <a:r>
              <a:rPr kumimoji="1" lang="en" altLang="zh-CN" dirty="0" err="1"/>
              <a:t>Occludee</a:t>
            </a:r>
            <a:r>
              <a:rPr kumimoji="1" lang="en" altLang="zh-CN" dirty="0"/>
              <a:t> Static</a:t>
            </a:r>
            <a:r>
              <a:rPr kumimoji="1" lang="zh-CN" altLang="en" dirty="0"/>
              <a:t>，</a:t>
            </a:r>
            <a:r>
              <a:rPr kumimoji="1" lang="zh-CN" altLang="en-US" dirty="0"/>
              <a:t>运行期间就无法修改</a:t>
            </a:r>
            <a:r>
              <a:rPr kumimoji="1" lang="en" altLang="zh-CN" dirty="0"/>
              <a:t>Transform</a:t>
            </a:r>
            <a:r>
              <a:rPr kumimoji="1" lang="zh-CN" altLang="en-US" dirty="0"/>
              <a:t>信息</a:t>
            </a:r>
            <a:endParaRPr kumimoji="1" lang="en-US" altLang="zh-CN" dirty="0"/>
          </a:p>
          <a:p>
            <a:r>
              <a:rPr kumimoji="1" lang="zh-CN" altLang="en-US" dirty="0"/>
              <a:t>勾选</a:t>
            </a:r>
            <a:r>
              <a:rPr kumimoji="1" lang="en-US" altLang="zh-CN" dirty="0"/>
              <a:t>Dynamic Occlusion</a:t>
            </a:r>
            <a:r>
              <a:rPr kumimoji="1" lang="zh-CN" altLang="en-US" dirty="0"/>
              <a:t>可设置动态剔除</a:t>
            </a: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45128EC-7FD1-8365-D27A-BADE2F520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72" y="3751673"/>
            <a:ext cx="4039235" cy="222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005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5D05D-7E2D-8799-D6B8-3FBA8AB93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8.3.4</a:t>
            </a:r>
            <a:r>
              <a:rPr kumimoji="1" lang="zh-CN" altLang="en-US" dirty="0"/>
              <a:t> 遮挡剔除原理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13E68B-AEDA-FA7D-5817-1936C1CB8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减少</a:t>
            </a:r>
            <a:r>
              <a:rPr kumimoji="1" lang="en-US" altLang="zh-CN" dirty="0"/>
              <a:t>GPU</a:t>
            </a:r>
            <a:r>
              <a:rPr kumimoji="1" lang="zh-CN" altLang="en-US" dirty="0"/>
              <a:t>传递</a:t>
            </a:r>
            <a:endParaRPr kumimoji="1" lang="en-US" altLang="zh-CN" dirty="0"/>
          </a:p>
          <a:p>
            <a:r>
              <a:rPr kumimoji="1" lang="zh-CN" altLang="en-US" dirty="0"/>
              <a:t>优化顶点着色器压力</a:t>
            </a:r>
            <a:endParaRPr kumimoji="1" lang="en-US" altLang="zh-CN" dirty="0"/>
          </a:p>
          <a:p>
            <a:r>
              <a:rPr kumimoji="1" lang="en" altLang="zh-CN" dirty="0"/>
              <a:t>CPU</a:t>
            </a:r>
            <a:r>
              <a:rPr kumimoji="1" lang="zh-CN" altLang="en-US" dirty="0"/>
              <a:t>的遮挡剔除也没必要特别精细，只要做个大概就能为</a:t>
            </a:r>
            <a:r>
              <a:rPr kumimoji="1" lang="en" altLang="zh-CN" dirty="0"/>
              <a:t>GPU</a:t>
            </a:r>
            <a:r>
              <a:rPr kumimoji="1" lang="zh-CN" altLang="en-US" dirty="0"/>
              <a:t>减少很大的压力。</a:t>
            </a:r>
          </a:p>
        </p:txBody>
      </p:sp>
    </p:spTree>
    <p:extLst>
      <p:ext uri="{BB962C8B-B14F-4D97-AF65-F5344CB8AC3E}">
        <p14:creationId xmlns:p14="http://schemas.microsoft.com/office/powerpoint/2010/main" val="3168384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05544C-BB8F-89C0-4661-424E73B44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8.3.5</a:t>
            </a:r>
            <a:r>
              <a:rPr kumimoji="1" lang="zh-CN" altLang="en-US" dirty="0"/>
              <a:t> 裁剪组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4987FF-703A-E1C9-8843-7FDF6D0D2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使用裁剪组（</a:t>
            </a:r>
            <a:r>
              <a:rPr kumimoji="1" lang="en" altLang="zh-CN" dirty="0"/>
              <a:t>Culling Group</a:t>
            </a:r>
            <a:r>
              <a:rPr kumimoji="1" lang="zh-CN" altLang="en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动态裁剪效果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92CC3E-97A0-DC5C-11A7-64BF33F33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451350" cy="252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217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E836D-658B-7788-9620-60C20CE6E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8.4</a:t>
            </a:r>
            <a:r>
              <a:rPr kumimoji="1" lang="zh-CN" altLang="en-US"/>
              <a:t> 静态合批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76BDF0-6E0F-27D5-6FEC-FA4226E9F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材质和贴图一样，但是模型不同导致无法合批次</a:t>
            </a:r>
            <a:endParaRPr kumimoji="1" lang="en-US" altLang="zh-CN" dirty="0"/>
          </a:p>
          <a:p>
            <a:r>
              <a:rPr kumimoji="1" lang="zh-CN" altLang="en-US" dirty="0"/>
              <a:t>通过静态合批可将模型打包前合并在一起</a:t>
            </a:r>
            <a:endParaRPr kumimoji="1" lang="en-US" altLang="zh-CN" dirty="0"/>
          </a:p>
          <a:p>
            <a:r>
              <a:rPr kumimoji="1" lang="zh-CN" altLang="en-US" dirty="0"/>
              <a:t>一次传递给</a:t>
            </a:r>
            <a:r>
              <a:rPr kumimoji="1" lang="en-US" altLang="zh-CN" dirty="0"/>
              <a:t>GPU</a:t>
            </a:r>
            <a:r>
              <a:rPr kumimoji="1" lang="zh-CN" altLang="en-US" dirty="0"/>
              <a:t>减少</a:t>
            </a:r>
            <a:r>
              <a:rPr kumimoji="1" lang="en-US" altLang="zh-CN" dirty="0" err="1"/>
              <a:t>DrawCall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3064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DBD80E-12CA-7331-9B2D-9798C006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8.4.1</a:t>
            </a:r>
            <a:r>
              <a:rPr kumimoji="1" lang="zh-CN" altLang="en-US" dirty="0"/>
              <a:t> 设置静态合批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26067B-682F-2B03-B804-A084D62F4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Project Setting </a:t>
            </a:r>
            <a:r>
              <a:rPr kumimoji="1" lang="zh-CN" altLang="en-US" dirty="0"/>
              <a:t>启动</a:t>
            </a:r>
            <a:endParaRPr kumimoji="1" lang="en-US" altLang="zh-CN" dirty="0"/>
          </a:p>
          <a:p>
            <a:r>
              <a:rPr kumimoji="1" lang="zh-CN" altLang="en-US" dirty="0"/>
              <a:t>参与合批的对象勾选</a:t>
            </a:r>
            <a:r>
              <a:rPr kumimoji="1" lang="en-US" altLang="zh-CN" dirty="0"/>
              <a:t>static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E88E6B-9B5C-1C4A-40A7-2056F03BF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26870"/>
            <a:ext cx="4356735" cy="36042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8BE675F-E490-4397-EE80-49E05469E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28632"/>
            <a:ext cx="4357370" cy="269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64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2BC76A-CF45-50B3-0FB2-E390B109F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8.5.2</a:t>
            </a:r>
            <a:r>
              <a:rPr kumimoji="1" lang="zh-CN" altLang="en-US" dirty="0"/>
              <a:t> 脚本动态合批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6856DA-D917-2941-3D07-163ADBEC7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503" y="1815115"/>
            <a:ext cx="10515600" cy="4351338"/>
          </a:xfrm>
        </p:spPr>
        <p:txBody>
          <a:bodyPr/>
          <a:lstStyle/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public class Script_08_05 :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MonoBehaviour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public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GameObject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[]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Datas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public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GameObject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Root;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void Start()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StaticBatchingUtility.Combine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Datas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gameObject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D0EBA51-F58B-C6FF-D5D5-67F7CAB6F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27906"/>
            <a:ext cx="5270500" cy="262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65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7C798-668C-68DC-E707-C6788C9B8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动态合批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4CA3A4-9670-F442-D4B1-0E7F09F11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Mesh</a:t>
            </a:r>
            <a:r>
              <a:rPr kumimoji="1" lang="zh-CN" altLang="en-US" dirty="0"/>
              <a:t>的顶点数量必须小于</a:t>
            </a:r>
            <a:r>
              <a:rPr kumimoji="1" lang="en-US" altLang="zh-CN" dirty="0"/>
              <a:t>300</a:t>
            </a:r>
          </a:p>
          <a:p>
            <a:r>
              <a:rPr kumimoji="1" lang="zh-CN" altLang="en-US" dirty="0"/>
              <a:t>如果</a:t>
            </a:r>
            <a:r>
              <a:rPr kumimoji="1" lang="en" altLang="zh-CN" dirty="0"/>
              <a:t>Shader</a:t>
            </a:r>
            <a:r>
              <a:rPr kumimoji="1" lang="zh-CN" altLang="en-US" dirty="0"/>
              <a:t>中使用了顶点位置、法线、</a:t>
            </a:r>
            <a:r>
              <a:rPr kumimoji="1" lang="en" altLang="zh-CN" dirty="0"/>
              <a:t>UV0</a:t>
            </a:r>
            <a:r>
              <a:rPr kumimoji="1" lang="zh-CN" altLang="en" dirty="0"/>
              <a:t>、</a:t>
            </a:r>
            <a:r>
              <a:rPr kumimoji="1" lang="en" altLang="zh-CN" dirty="0"/>
              <a:t>UV1</a:t>
            </a:r>
            <a:r>
              <a:rPr kumimoji="1" lang="zh-CN" altLang="en-US" dirty="0"/>
              <a:t>和切线，那么</a:t>
            </a:r>
            <a:r>
              <a:rPr kumimoji="1" lang="en" altLang="zh-CN" dirty="0"/>
              <a:t>Mesh</a:t>
            </a:r>
            <a:r>
              <a:rPr kumimoji="1" lang="zh-CN" altLang="en-US" dirty="0"/>
              <a:t>的顶点数必须小于</a:t>
            </a:r>
            <a:r>
              <a:rPr kumimoji="1" lang="en-US" altLang="zh-CN" dirty="0"/>
              <a:t>180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B000C0-B198-B302-0EF0-A7D7466DB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757" y="3418205"/>
            <a:ext cx="5270500" cy="307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19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5EF247-7AE7-A4BF-443E-EE3ACD7E1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8.5</a:t>
            </a:r>
            <a:r>
              <a:rPr kumimoji="1" lang="zh-CN" altLang="en-US" dirty="0"/>
              <a:t> 导航网格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7B2C23-8F00-D416-4F88-AB6515FAE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设置网格寻路</a:t>
            </a:r>
            <a:endParaRPr kumimoji="1" lang="en-US" altLang="zh-CN" dirty="0"/>
          </a:p>
          <a:p>
            <a:r>
              <a:rPr kumimoji="1" lang="zh-CN" altLang="en-US" dirty="0"/>
              <a:t>烘焙出网格来进行寻路，减少内存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3E2646-C00B-BED3-7F18-310473D8A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78" y="3429000"/>
            <a:ext cx="3289300" cy="205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76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EA940C-99C5-861C-FE24-5E93BAA9E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8.5.1</a:t>
            </a:r>
            <a:r>
              <a:rPr kumimoji="1" lang="zh-CN" altLang="en-US" dirty="0"/>
              <a:t> 设置寻路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F874BA-380E-A0A0-6924-470A19A65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勾选</a:t>
            </a:r>
            <a:r>
              <a:rPr kumimoji="1" lang="en-US" altLang="zh-CN" dirty="0"/>
              <a:t>static</a:t>
            </a:r>
            <a:r>
              <a:rPr kumimoji="1" lang="zh-CN" altLang="en-US" dirty="0"/>
              <a:t>点击</a:t>
            </a:r>
            <a:r>
              <a:rPr kumimoji="1" lang="en-US" altLang="zh-CN" dirty="0"/>
              <a:t>Bake</a:t>
            </a:r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发送射线后角色将自动寻路到目标点</a:t>
            </a:r>
          </a:p>
          <a:p>
            <a:r>
              <a:rPr kumimoji="1" lang="en" altLang="zh-CN" dirty="0" err="1"/>
              <a:t>m_NavMeshAgent.destination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hit.point</a:t>
            </a:r>
            <a:r>
              <a:rPr kumimoji="1" lang="en" altLang="zh-CN" dirty="0"/>
              <a:t>;</a:t>
            </a: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913CF4-8301-C0A9-14F4-51ACEF464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757" y="4519573"/>
            <a:ext cx="5270500" cy="176657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8832822-5023-D598-5834-F0E380104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337" y="3440897"/>
            <a:ext cx="4316906" cy="287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229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DC7D57-D6B3-BB43-45C0-C1D6FD8CC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8.5.2 </a:t>
            </a:r>
            <a:r>
              <a:rPr kumimoji="1" lang="zh-CN" altLang="en-US" dirty="0"/>
              <a:t>动态阻挡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D16FB5-318B-76B3-BEE4-7EECE7086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设置</a:t>
            </a:r>
            <a:r>
              <a:rPr kumimoji="1" lang="en-US" altLang="zh-CN" dirty="0"/>
              <a:t>Nav Mesh Obstacle </a:t>
            </a:r>
            <a:r>
              <a:rPr kumimoji="1" lang="zh-CN" altLang="en-US" dirty="0"/>
              <a:t>动态障碍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E56137-BE7E-D9C8-6FBB-E4AD45B23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81" y="3354168"/>
            <a:ext cx="5270500" cy="265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28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4DE3CD-7766-D707-8AFF-8F0F147B4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8.5.3</a:t>
            </a:r>
            <a:r>
              <a:rPr kumimoji="1" lang="zh-CN" altLang="en-US" dirty="0"/>
              <a:t> 连接两点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ED8D58-1F84-569E-494E-1ABAAEC9E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Off Mesh Link</a:t>
            </a:r>
            <a:r>
              <a:rPr kumimoji="1" lang="zh-CN" altLang="en-US" dirty="0"/>
              <a:t>组件来处理两点之间的连接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24C9DFC-628D-F73D-AEC8-6AD8F6596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412" y="3060054"/>
            <a:ext cx="5270500" cy="296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61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FB7566-E40B-BD99-8348-A47D29101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8.5.5</a:t>
            </a:r>
            <a:r>
              <a:rPr kumimoji="1" lang="zh-CN" altLang="en-US" dirty="0"/>
              <a:t> 烘焙修改器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800B5D-E5B7-4FD9-ABED-7849AF050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将同一个</a:t>
            </a:r>
            <a:r>
              <a:rPr kumimoji="1" lang="en" altLang="zh-CN" dirty="0" err="1"/>
              <a:t>NavMeshSurface</a:t>
            </a:r>
            <a:r>
              <a:rPr kumimoji="1" lang="zh-CN" altLang="en-US" dirty="0"/>
              <a:t>组件下的元素烘焙到不同的层中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4C4401-053B-9520-3C23-65271579D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902" y="2766060"/>
            <a:ext cx="5270500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91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90E51-364B-705E-8060-D525F802B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8.5.6</a:t>
            </a:r>
            <a:r>
              <a:rPr kumimoji="1" lang="zh-CN" altLang="en-US" dirty="0"/>
              <a:t> 运行时烘焙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9A0E5B-A7EC-0FE5-53C2-EF7735AAD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void Start()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m_Surface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GetComponent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NavMeshSurface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&gt;();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//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开始烘焙</a:t>
            </a: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m_Surface.BuildNavMesh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}</a:t>
            </a:r>
          </a:p>
          <a:p>
            <a:pPr algn="l"/>
            <a:r>
              <a:rPr kumimoji="1" lang="zh-CN" altLang="en-US" dirty="0"/>
              <a:t>打开</a:t>
            </a:r>
            <a:r>
              <a:rPr kumimoji="1" lang="en-US" altLang="zh-CN" dirty="0"/>
              <a:t>Read/Write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213B44-3864-4A52-4740-234A74146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186" y="1690688"/>
            <a:ext cx="306578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453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B9F1B5-E47E-2234-8B00-1AF4D4E4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8.5.7 </a:t>
            </a:r>
            <a:r>
              <a:rPr kumimoji="1" lang="zh-CN" altLang="en-US" dirty="0"/>
              <a:t>获取寻路路径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F66AB-A938-7A8E-E3D2-FE7A295FB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//</a:t>
            </a:r>
            <a:r>
              <a:rPr kumimoji="1" lang="zh-CN" altLang="en-US" dirty="0"/>
              <a:t>计算路径</a:t>
            </a:r>
          </a:p>
          <a:p>
            <a:r>
              <a:rPr kumimoji="1" lang="en" altLang="zh-CN" dirty="0" err="1"/>
              <a:t>NavMesh.CalculatePath</a:t>
            </a:r>
            <a:r>
              <a:rPr kumimoji="1" lang="en" altLang="zh-CN" dirty="0"/>
              <a:t>(</a:t>
            </a:r>
            <a:r>
              <a:rPr kumimoji="1" lang="en" altLang="zh-CN" dirty="0" err="1"/>
              <a:t>transform.position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hit.point</a:t>
            </a:r>
            <a:r>
              <a:rPr kumimoji="1" lang="en" altLang="zh-CN" dirty="0"/>
              <a:t>,</a:t>
            </a:r>
          </a:p>
          <a:p>
            <a:r>
              <a:rPr kumimoji="1" lang="en" altLang="zh-CN" dirty="0" err="1"/>
              <a:t>NavMesh.AllAreas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m_Path</a:t>
            </a:r>
            <a:r>
              <a:rPr kumimoji="1" lang="en" altLang="zh-CN" dirty="0"/>
              <a:t>);</a:t>
            </a: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C13EF3-1226-100A-0F22-CA591724D848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383" y="3752850"/>
            <a:ext cx="3479800" cy="2559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3088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158A99-6498-D683-3BED-DD39E087F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8.5.8</a:t>
            </a:r>
            <a:r>
              <a:rPr kumimoji="1" lang="zh-CN" altLang="en-US" dirty="0"/>
              <a:t> 导出导航网格信息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B571FDB-4996-B6AA-852A-C300A437A05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131" y="1940390"/>
            <a:ext cx="4114800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47D7DDD-0682-24A5-E5A1-F48B28CD165D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494" y="1851244"/>
            <a:ext cx="3409950" cy="3702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5955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789</Words>
  <Application>Microsoft Macintosh PowerPoint</Application>
  <PresentationFormat>宽屏</PresentationFormat>
  <Paragraphs>128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5" baseType="lpstr">
      <vt:lpstr>DengXian</vt:lpstr>
      <vt:lpstr>DengXian</vt:lpstr>
      <vt:lpstr>等线 Light</vt:lpstr>
      <vt:lpstr>Arial</vt:lpstr>
      <vt:lpstr>Office 主题​​</vt:lpstr>
      <vt:lpstr>Unity3D游戏开发第三版</vt:lpstr>
      <vt:lpstr>第8章 静态对象</vt:lpstr>
      <vt:lpstr>8.1光照贴图</vt:lpstr>
      <vt:lpstr>8.1.1 光源</vt:lpstr>
      <vt:lpstr>8.1.2 开始烘焙</vt:lpstr>
      <vt:lpstr>8.1.3 烘焙结果差异</vt:lpstr>
      <vt:lpstr>8.1.4 烘焙贴图UV</vt:lpstr>
      <vt:lpstr>8.1.5 光照探针</vt:lpstr>
      <vt:lpstr>8.1.6 更换烘焙贴图</vt:lpstr>
      <vt:lpstr>8.1.7 复制烘焙信息</vt:lpstr>
      <vt:lpstr>8.1.8 复制工具</vt:lpstr>
      <vt:lpstr>8.2 反射探针</vt:lpstr>
      <vt:lpstr>8.3 遮挡剔除</vt:lpstr>
      <vt:lpstr>8.3.1 遮挡关系</vt:lpstr>
      <vt:lpstr>8.3.2 遮挡事件</vt:lpstr>
      <vt:lpstr>8.3.3 动态剔除</vt:lpstr>
      <vt:lpstr>8.3.4 遮挡剔除原理</vt:lpstr>
      <vt:lpstr>8.3.5 裁剪组</vt:lpstr>
      <vt:lpstr>8.4 静态合批</vt:lpstr>
      <vt:lpstr>8.4.1 设置静态合批</vt:lpstr>
      <vt:lpstr>8.5.2 脚本动态合批</vt:lpstr>
      <vt:lpstr>动态合批</vt:lpstr>
      <vt:lpstr>8.5 导航网格</vt:lpstr>
      <vt:lpstr>8.5.1 设置寻路</vt:lpstr>
      <vt:lpstr>8.5.2 动态阻挡</vt:lpstr>
      <vt:lpstr>8.5.3 连接两点</vt:lpstr>
      <vt:lpstr>8.5.5 烘焙修改器</vt:lpstr>
      <vt:lpstr>8.5.6 运行时烘焙</vt:lpstr>
      <vt:lpstr>8.5.7 获取寻路路径</vt:lpstr>
      <vt:lpstr>8.5.8 导出导航网格信息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雨松momo</dc:creator>
  <cp:lastModifiedBy>雨松momo</cp:lastModifiedBy>
  <cp:revision>5</cp:revision>
  <dcterms:created xsi:type="dcterms:W3CDTF">2024-01-04T15:36:16Z</dcterms:created>
  <dcterms:modified xsi:type="dcterms:W3CDTF">2024-01-05T16:02:35Z</dcterms:modified>
</cp:coreProperties>
</file>